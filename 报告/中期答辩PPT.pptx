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1"/>
    <p:sldMasterId id="2147483701" r:id="rId2"/>
  </p:sldMasterIdLst>
  <p:notesMasterIdLst>
    <p:notesMasterId r:id="rId10"/>
  </p:notesMasterIdLst>
  <p:sldIdLst>
    <p:sldId id="279" r:id="rId3"/>
    <p:sldId id="280" r:id="rId4"/>
    <p:sldId id="284" r:id="rId5"/>
    <p:sldId id="281" r:id="rId6"/>
    <p:sldId id="282" r:id="rId7"/>
    <p:sldId id="283" r:id="rId8"/>
    <p:sldId id="285" r:id="rId9"/>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27" autoAdjust="0"/>
    <p:restoredTop sz="95533" autoAdjust="0"/>
  </p:normalViewPr>
  <p:slideViewPr>
    <p:cSldViewPr snapToGrid="0" snapToObjects="1">
      <p:cViewPr varScale="1">
        <p:scale>
          <a:sx n="115" d="100"/>
          <a:sy n="115" d="100"/>
        </p:scale>
        <p:origin x="114" y="306"/>
      </p:cViewPr>
      <p:guideLst/>
    </p:cSldViewPr>
  </p:slideViewPr>
  <p:notesTextViewPr>
    <p:cViewPr>
      <p:scale>
        <a:sx n="1" d="1"/>
        <a:sy n="1" d="1"/>
      </p:scale>
      <p:origin x="0" y="0"/>
    </p:cViewPr>
  </p:notesTextViewPr>
  <p:notesViewPr>
    <p:cSldViewPr snapToGrid="0" snapToObjects="1">
      <p:cViewPr varScale="1">
        <p:scale>
          <a:sx n="85" d="100"/>
          <a:sy n="85" d="100"/>
        </p:scale>
        <p:origin x="2680"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6E1E63-6347-BD4F-A808-7F54FA34CE72}" type="datetimeFigureOut">
              <a:rPr kumimoji="1" lang="zh-CN" altLang="en-US" smtClean="0"/>
              <a:t>2021/4/22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1EDE8F-5748-564A-B104-45C8D6344219}" type="slidenum">
              <a:rPr kumimoji="1" lang="zh-CN" altLang="en-US" smtClean="0"/>
              <a:t>‹#›</a:t>
            </a:fld>
            <a:endParaRPr kumimoji="1" lang="zh-CN" altLang="en-US"/>
          </a:p>
        </p:txBody>
      </p:sp>
    </p:spTree>
    <p:extLst>
      <p:ext uri="{BB962C8B-B14F-4D97-AF65-F5344CB8AC3E}">
        <p14:creationId xmlns:p14="http://schemas.microsoft.com/office/powerpoint/2010/main" val="912194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11EDE8F-5748-564A-B104-45C8D6344219}" type="slidenum">
              <a:rPr kumimoji="1" lang="zh-CN" altLang="en-US" smtClean="0"/>
              <a:t>1</a:t>
            </a:fld>
            <a:endParaRPr kumimoji="1" lang="zh-CN" altLang="en-US"/>
          </a:p>
        </p:txBody>
      </p:sp>
    </p:spTree>
    <p:extLst>
      <p:ext uri="{BB962C8B-B14F-4D97-AF65-F5344CB8AC3E}">
        <p14:creationId xmlns:p14="http://schemas.microsoft.com/office/powerpoint/2010/main" val="606842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11EDE8F-5748-564A-B104-45C8D6344219}" type="slidenum">
              <a:rPr kumimoji="1" lang="zh-CN" altLang="en-US" smtClean="0"/>
              <a:t>2</a:t>
            </a:fld>
            <a:endParaRPr kumimoji="1" lang="zh-CN" altLang="en-US"/>
          </a:p>
        </p:txBody>
      </p:sp>
    </p:spTree>
    <p:extLst>
      <p:ext uri="{BB962C8B-B14F-4D97-AF65-F5344CB8AC3E}">
        <p14:creationId xmlns:p14="http://schemas.microsoft.com/office/powerpoint/2010/main" val="1876850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11EDE8F-5748-564A-B104-45C8D6344219}" type="slidenum">
              <a:rPr kumimoji="1" lang="zh-CN" altLang="en-US" smtClean="0"/>
              <a:t>3</a:t>
            </a:fld>
            <a:endParaRPr kumimoji="1" lang="zh-CN" altLang="en-US"/>
          </a:p>
        </p:txBody>
      </p:sp>
    </p:spTree>
    <p:extLst>
      <p:ext uri="{BB962C8B-B14F-4D97-AF65-F5344CB8AC3E}">
        <p14:creationId xmlns:p14="http://schemas.microsoft.com/office/powerpoint/2010/main" val="3737086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www.officeplus.cn/Template/Home.shtml" TargetMode="External"/><Relationship Id="rId2" Type="http://schemas.openxmlformats.org/officeDocument/2006/relationships/image" Target="../media/image6.jp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g"/><Relationship Id="rId7"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hyperlink" Target="http://www.officeplus.cn/Template/Home.shtml" TargetMode="Externa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页">
    <p:bg>
      <p:bgPr>
        <a:solidFill>
          <a:schemeClr val="accent4"/>
        </a:solidFill>
        <a:effectLst/>
      </p:bgPr>
    </p:bg>
    <p:spTree>
      <p:nvGrpSpPr>
        <p:cNvPr id="1" name=""/>
        <p:cNvGrpSpPr/>
        <p:nvPr/>
      </p:nvGrpSpPr>
      <p:grpSpPr>
        <a:xfrm>
          <a:off x="0" y="0"/>
          <a:ext cx="0" cy="0"/>
          <a:chOff x="0" y="0"/>
          <a:chExt cx="0" cy="0"/>
        </a:xfrm>
      </p:grpSpPr>
      <p:sp>
        <p:nvSpPr>
          <p:cNvPr id="12" name="任意形状 11"/>
          <p:cNvSpPr/>
          <p:nvPr userDrawn="1"/>
        </p:nvSpPr>
        <p:spPr>
          <a:xfrm rot="9000000">
            <a:off x="-731010" y="2143921"/>
            <a:ext cx="15337757" cy="1093891"/>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2">
                  <a:alpha val="50000"/>
                </a:schemeClr>
              </a:gs>
              <a:gs pos="85000">
                <a:schemeClr val="bg1">
                  <a:alpha val="50000"/>
                </a:schemeClr>
              </a:gs>
              <a:gs pos="23000">
                <a:schemeClr val="accent2">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任意形状 12"/>
          <p:cNvSpPr/>
          <p:nvPr userDrawn="1"/>
        </p:nvSpPr>
        <p:spPr>
          <a:xfrm rot="9000000">
            <a:off x="-7623331" y="5280098"/>
            <a:ext cx="20401914" cy="1455068"/>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4" name="任意形状 13"/>
          <p:cNvSpPr/>
          <p:nvPr userDrawn="1"/>
        </p:nvSpPr>
        <p:spPr>
          <a:xfrm rot="9000000">
            <a:off x="-8629388" y="7137586"/>
            <a:ext cx="19448833" cy="2470527"/>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accent2"/>
              </a:gs>
              <a:gs pos="85000">
                <a:schemeClr val="bg1">
                  <a:alpha val="50000"/>
                </a:schemeClr>
              </a:gs>
              <a:gs pos="22000">
                <a:schemeClr val="accent2">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9" name="任意形状 18"/>
          <p:cNvSpPr/>
          <p:nvPr userDrawn="1"/>
        </p:nvSpPr>
        <p:spPr>
          <a:xfrm rot="9000000">
            <a:off x="-9115022" y="9773804"/>
            <a:ext cx="21890179" cy="596900"/>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0" name="任意形状 19"/>
          <p:cNvSpPr/>
          <p:nvPr userDrawn="1"/>
        </p:nvSpPr>
        <p:spPr>
          <a:xfrm rot="9000000">
            <a:off x="-486639" y="1829440"/>
            <a:ext cx="13262977" cy="361654"/>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8" name="文本占位符 6"/>
          <p:cNvSpPr>
            <a:spLocks noGrp="1"/>
          </p:cNvSpPr>
          <p:nvPr>
            <p:ph type="body" sz="quarter" idx="13"/>
          </p:nvPr>
        </p:nvSpPr>
        <p:spPr>
          <a:xfrm>
            <a:off x="974361" y="2169497"/>
            <a:ext cx="5851836" cy="767550"/>
          </a:xfrm>
          <a:prstGeom prst="rect">
            <a:avLst/>
          </a:prstGeom>
        </p:spPr>
        <p:txBody>
          <a:bodyPr anchor="t"/>
          <a:lstStyle>
            <a:lvl1pPr marL="0" indent="0" algn="l">
              <a:lnSpc>
                <a:spcPct val="100000"/>
              </a:lnSpc>
              <a:buNone/>
              <a:defRPr sz="4800" b="1">
                <a:solidFill>
                  <a:schemeClr val="accent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a:t>单击此处编辑母版文本样式</a:t>
            </a:r>
          </a:p>
        </p:txBody>
      </p:sp>
      <p:sp>
        <p:nvSpPr>
          <p:cNvPr id="9" name="文本占位符 6"/>
          <p:cNvSpPr>
            <a:spLocks noGrp="1"/>
          </p:cNvSpPr>
          <p:nvPr>
            <p:ph type="body" sz="quarter" idx="17" hasCustomPrompt="1"/>
          </p:nvPr>
        </p:nvSpPr>
        <p:spPr>
          <a:xfrm>
            <a:off x="974361" y="3031279"/>
            <a:ext cx="5851836" cy="1037925"/>
          </a:xfrm>
          <a:prstGeom prst="rect">
            <a:avLst/>
          </a:prstGeom>
          <a:solidFill>
            <a:schemeClr val="accent1"/>
          </a:solidFill>
        </p:spPr>
        <p:txBody>
          <a:bodyPr anchor="t"/>
          <a:lstStyle>
            <a:lvl1pPr marL="0" indent="0" algn="l">
              <a:lnSpc>
                <a:spcPct val="100000"/>
              </a:lnSpc>
              <a:buNone/>
              <a:defRPr sz="6600" b="1">
                <a:solidFill>
                  <a:schemeClr val="bg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10" name="文本占位符 6"/>
          <p:cNvSpPr>
            <a:spLocks noGrp="1"/>
          </p:cNvSpPr>
          <p:nvPr>
            <p:ph type="body" sz="quarter" idx="18"/>
          </p:nvPr>
        </p:nvSpPr>
        <p:spPr>
          <a:xfrm>
            <a:off x="974361" y="4076897"/>
            <a:ext cx="5851836" cy="535720"/>
          </a:xfrm>
          <a:prstGeom prst="rect">
            <a:avLst/>
          </a:prstGeom>
        </p:spPr>
        <p:txBody>
          <a:bodyPr anchor="t"/>
          <a:lstStyle>
            <a:lvl1pPr marL="0" indent="0" algn="l">
              <a:lnSpc>
                <a:spcPct val="100000"/>
              </a:lnSpc>
              <a:buNone/>
              <a:defRPr sz="2800" b="1">
                <a:solidFill>
                  <a:schemeClr val="accent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a:t>单击此处编辑母版文本样式</a:t>
            </a:r>
          </a:p>
        </p:txBody>
      </p:sp>
      <p:sp>
        <p:nvSpPr>
          <p:cNvPr id="11" name="文本占位符 6"/>
          <p:cNvSpPr>
            <a:spLocks noGrp="1"/>
          </p:cNvSpPr>
          <p:nvPr>
            <p:ph type="body" sz="quarter" idx="19"/>
          </p:nvPr>
        </p:nvSpPr>
        <p:spPr>
          <a:xfrm>
            <a:off x="974361" y="4829454"/>
            <a:ext cx="5851836" cy="1656320"/>
          </a:xfrm>
          <a:prstGeom prst="rect">
            <a:avLst/>
          </a:prstGeom>
        </p:spPr>
        <p:txBody>
          <a:bodyPr anchor="t"/>
          <a:lstStyle>
            <a:lvl1pPr marL="285750" indent="-285750" algn="l">
              <a:lnSpc>
                <a:spcPct val="130000"/>
              </a:lnSpc>
              <a:buFont typeface="Wingdings" charset="2"/>
              <a:buChar char="n"/>
              <a:defRPr sz="1600" b="1">
                <a:solidFill>
                  <a:schemeClr val="bg1">
                    <a:lumMod val="50000"/>
                  </a:schemeClr>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zh-CN" altLang="en-US"/>
              <a:t>单击此处编辑母版文本样式</a:t>
            </a:r>
          </a:p>
        </p:txBody>
      </p:sp>
    </p:spTree>
    <p:extLst>
      <p:ext uri="{BB962C8B-B14F-4D97-AF65-F5344CB8AC3E}">
        <p14:creationId xmlns:p14="http://schemas.microsoft.com/office/powerpoint/2010/main" val="2004187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_三项目录">
    <p:bg>
      <p:bgPr>
        <a:solidFill>
          <a:schemeClr val="accent4"/>
        </a:solidFill>
        <a:effectLst/>
      </p:bgPr>
    </p:bg>
    <p:spTree>
      <p:nvGrpSpPr>
        <p:cNvPr id="1" name=""/>
        <p:cNvGrpSpPr/>
        <p:nvPr/>
      </p:nvGrpSpPr>
      <p:grpSpPr>
        <a:xfrm>
          <a:off x="0" y="0"/>
          <a:ext cx="0" cy="0"/>
          <a:chOff x="0" y="0"/>
          <a:chExt cx="0" cy="0"/>
        </a:xfrm>
      </p:grpSpPr>
      <p:sp>
        <p:nvSpPr>
          <p:cNvPr id="3" name="矩形 2"/>
          <p:cNvSpPr/>
          <p:nvPr userDrawn="1"/>
        </p:nvSpPr>
        <p:spPr>
          <a:xfrm>
            <a:off x="7302500" y="0"/>
            <a:ext cx="4889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占位符 7"/>
          <p:cNvSpPr>
            <a:spLocks noGrp="1"/>
          </p:cNvSpPr>
          <p:nvPr>
            <p:ph type="body" sz="quarter" idx="10" hasCustomPrompt="1"/>
          </p:nvPr>
        </p:nvSpPr>
        <p:spPr>
          <a:xfrm>
            <a:off x="290705" y="395615"/>
            <a:ext cx="4560696" cy="529569"/>
          </a:xfrm>
          <a:prstGeom prst="rect">
            <a:avLst/>
          </a:prstGeom>
          <a:ln w="12700" cmpd="sng">
            <a:noFill/>
          </a:ln>
        </p:spPr>
        <p:txBody>
          <a:bodyPr vert="horz" anchor="ctr"/>
          <a:lstStyle>
            <a:lvl1pPr marL="0" indent="0" algn="l">
              <a:buNone/>
              <a:defRPr sz="2000" b="1">
                <a:solidFill>
                  <a:schemeClr val="tx1">
                    <a:lumMod val="75000"/>
                    <a:lumOff val="25000"/>
                  </a:schemeClr>
                </a:solidFill>
                <a:latin typeface="Microsoft YaHei" charset="0"/>
                <a:ea typeface="Microsoft YaHei" charset="0"/>
                <a:cs typeface="Microsoft YaHei"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5" name="任意形状 4"/>
          <p:cNvSpPr/>
          <p:nvPr userDrawn="1"/>
        </p:nvSpPr>
        <p:spPr>
          <a:xfrm rot="19800000">
            <a:off x="10372897" y="-2420910"/>
            <a:ext cx="10851740" cy="1378464"/>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6" name="任意形状 5"/>
          <p:cNvSpPr/>
          <p:nvPr userDrawn="1"/>
        </p:nvSpPr>
        <p:spPr>
          <a:xfrm rot="19800000">
            <a:off x="10106396" y="-339592"/>
            <a:ext cx="3432067" cy="435965"/>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7" name="任意形状 6"/>
          <p:cNvSpPr/>
          <p:nvPr userDrawn="1"/>
        </p:nvSpPr>
        <p:spPr>
          <a:xfrm rot="9000000">
            <a:off x="-5423997" y="8127200"/>
            <a:ext cx="6773754" cy="483105"/>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alpha val="50000"/>
                </a:schemeClr>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8" name="任意形状 7"/>
          <p:cNvSpPr/>
          <p:nvPr userDrawn="1"/>
        </p:nvSpPr>
        <p:spPr>
          <a:xfrm rot="9000000">
            <a:off x="-17299683" y="9570125"/>
            <a:ext cx="19665052" cy="1402513"/>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9" name="任意形状 8"/>
          <p:cNvSpPr/>
          <p:nvPr userDrawn="1"/>
        </p:nvSpPr>
        <p:spPr>
          <a:xfrm rot="19800000">
            <a:off x="11766437" y="1050073"/>
            <a:ext cx="1589318" cy="201886"/>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8" name="文本占位符 25"/>
          <p:cNvSpPr>
            <a:spLocks noGrp="1"/>
          </p:cNvSpPr>
          <p:nvPr>
            <p:ph type="body" sz="quarter" idx="11" hasCustomPrompt="1"/>
          </p:nvPr>
        </p:nvSpPr>
        <p:spPr>
          <a:xfrm>
            <a:off x="1529536" y="1825653"/>
            <a:ext cx="1141537" cy="805535"/>
          </a:xfrm>
          <a:prstGeom prst="rect">
            <a:avLst/>
          </a:prstGeom>
        </p:spPr>
        <p:txBody>
          <a:bodyPr anchor="ctr"/>
          <a:lstStyle>
            <a:lvl1pPr marL="0" indent="0">
              <a:buNone/>
              <a:defRPr sz="6600" b="1">
                <a:solidFill>
                  <a:schemeClr val="accent1"/>
                </a:solidFill>
              </a:defRPr>
            </a:lvl1pPr>
          </a:lstStyle>
          <a:p>
            <a:pPr lvl="0"/>
            <a:r>
              <a:rPr kumimoji="1" lang="en-US" altLang="zh-CN" dirty="0"/>
              <a:t>00</a:t>
            </a:r>
            <a:endParaRPr kumimoji="1" lang="zh-CN" altLang="en-US" dirty="0"/>
          </a:p>
        </p:txBody>
      </p:sp>
      <p:sp>
        <p:nvSpPr>
          <p:cNvPr id="29" name="文本占位符 25"/>
          <p:cNvSpPr>
            <a:spLocks noGrp="1"/>
          </p:cNvSpPr>
          <p:nvPr>
            <p:ph type="body" sz="quarter" idx="12"/>
          </p:nvPr>
        </p:nvSpPr>
        <p:spPr>
          <a:xfrm>
            <a:off x="2671073" y="1825653"/>
            <a:ext cx="3125103" cy="419439"/>
          </a:xfrm>
          <a:prstGeom prst="rect">
            <a:avLst/>
          </a:prstGeom>
        </p:spPr>
        <p:txBody>
          <a:bodyPr anchor="ctr"/>
          <a:lstStyle>
            <a:lvl1pPr marL="0" indent="0">
              <a:buNone/>
              <a:defRPr sz="2800" b="1">
                <a:solidFill>
                  <a:schemeClr val="accent1"/>
                </a:solidFill>
              </a:defRPr>
            </a:lvl1pPr>
          </a:lstStyle>
          <a:p>
            <a:pPr lvl="0"/>
            <a:r>
              <a:rPr kumimoji="1" lang="zh-CN" altLang="en-US"/>
              <a:t>单击此处编辑母版文本样式</a:t>
            </a:r>
          </a:p>
        </p:txBody>
      </p:sp>
      <p:sp>
        <p:nvSpPr>
          <p:cNvPr id="30" name="文本占位符 25"/>
          <p:cNvSpPr>
            <a:spLocks noGrp="1"/>
          </p:cNvSpPr>
          <p:nvPr>
            <p:ph type="body" sz="quarter" idx="13"/>
          </p:nvPr>
        </p:nvSpPr>
        <p:spPr>
          <a:xfrm>
            <a:off x="2671073" y="2251217"/>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
        <p:nvSpPr>
          <p:cNvPr id="34" name="文本占位符 25"/>
          <p:cNvSpPr>
            <a:spLocks noGrp="1"/>
          </p:cNvSpPr>
          <p:nvPr>
            <p:ph type="body" sz="quarter" idx="14" hasCustomPrompt="1"/>
          </p:nvPr>
        </p:nvSpPr>
        <p:spPr>
          <a:xfrm>
            <a:off x="1529536" y="2933012"/>
            <a:ext cx="1141537" cy="805535"/>
          </a:xfrm>
          <a:prstGeom prst="rect">
            <a:avLst/>
          </a:prstGeom>
        </p:spPr>
        <p:txBody>
          <a:bodyPr anchor="ctr"/>
          <a:lstStyle>
            <a:lvl1pPr marL="0" indent="0">
              <a:buNone/>
              <a:defRPr sz="6600" b="1">
                <a:solidFill>
                  <a:schemeClr val="accent2">
                    <a:lumMod val="90000"/>
                  </a:schemeClr>
                </a:solidFill>
              </a:defRPr>
            </a:lvl1pPr>
          </a:lstStyle>
          <a:p>
            <a:pPr lvl="0"/>
            <a:r>
              <a:rPr kumimoji="1" lang="en-US" altLang="zh-CN" dirty="0"/>
              <a:t>00</a:t>
            </a:r>
            <a:endParaRPr kumimoji="1" lang="zh-CN" altLang="en-US" dirty="0"/>
          </a:p>
        </p:txBody>
      </p:sp>
      <p:sp>
        <p:nvSpPr>
          <p:cNvPr id="35" name="文本占位符 25"/>
          <p:cNvSpPr>
            <a:spLocks noGrp="1"/>
          </p:cNvSpPr>
          <p:nvPr>
            <p:ph type="body" sz="quarter" idx="15"/>
          </p:nvPr>
        </p:nvSpPr>
        <p:spPr>
          <a:xfrm>
            <a:off x="2671073" y="2931471"/>
            <a:ext cx="3125103" cy="419439"/>
          </a:xfrm>
          <a:prstGeom prst="rect">
            <a:avLst/>
          </a:prstGeom>
        </p:spPr>
        <p:txBody>
          <a:bodyPr anchor="ctr"/>
          <a:lstStyle>
            <a:lvl1pPr marL="0" indent="0">
              <a:buNone/>
              <a:defRPr sz="2800" b="1">
                <a:solidFill>
                  <a:schemeClr val="accent2">
                    <a:lumMod val="90000"/>
                  </a:schemeClr>
                </a:solidFill>
              </a:defRPr>
            </a:lvl1pPr>
          </a:lstStyle>
          <a:p>
            <a:pPr lvl="0"/>
            <a:r>
              <a:rPr kumimoji="1" lang="zh-CN" altLang="en-US"/>
              <a:t>单击此处编辑母版文本样式</a:t>
            </a:r>
          </a:p>
        </p:txBody>
      </p:sp>
      <p:sp>
        <p:nvSpPr>
          <p:cNvPr id="36" name="文本占位符 25"/>
          <p:cNvSpPr>
            <a:spLocks noGrp="1"/>
          </p:cNvSpPr>
          <p:nvPr>
            <p:ph type="body" sz="quarter" idx="16"/>
          </p:nvPr>
        </p:nvSpPr>
        <p:spPr>
          <a:xfrm>
            <a:off x="2671073" y="3357035"/>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
        <p:nvSpPr>
          <p:cNvPr id="43" name="文本占位符 25"/>
          <p:cNvSpPr>
            <a:spLocks noGrp="1"/>
          </p:cNvSpPr>
          <p:nvPr>
            <p:ph type="body" sz="quarter" idx="17" hasCustomPrompt="1"/>
          </p:nvPr>
        </p:nvSpPr>
        <p:spPr>
          <a:xfrm>
            <a:off x="1529536" y="4040371"/>
            <a:ext cx="1141537" cy="805535"/>
          </a:xfrm>
          <a:prstGeom prst="rect">
            <a:avLst/>
          </a:prstGeom>
        </p:spPr>
        <p:txBody>
          <a:bodyPr anchor="ctr"/>
          <a:lstStyle>
            <a:lvl1pPr marL="0" indent="0">
              <a:buNone/>
              <a:defRPr sz="6600" b="1">
                <a:solidFill>
                  <a:schemeClr val="accent1"/>
                </a:solidFill>
              </a:defRPr>
            </a:lvl1pPr>
          </a:lstStyle>
          <a:p>
            <a:pPr lvl="0"/>
            <a:r>
              <a:rPr kumimoji="1" lang="en-US" altLang="zh-CN" dirty="0"/>
              <a:t>00</a:t>
            </a:r>
            <a:endParaRPr kumimoji="1" lang="zh-CN" altLang="en-US" dirty="0"/>
          </a:p>
        </p:txBody>
      </p:sp>
      <p:sp>
        <p:nvSpPr>
          <p:cNvPr id="44" name="文本占位符 25"/>
          <p:cNvSpPr>
            <a:spLocks noGrp="1"/>
          </p:cNvSpPr>
          <p:nvPr>
            <p:ph type="body" sz="quarter" idx="18"/>
          </p:nvPr>
        </p:nvSpPr>
        <p:spPr>
          <a:xfrm>
            <a:off x="2671073" y="4044952"/>
            <a:ext cx="3125103" cy="419439"/>
          </a:xfrm>
          <a:prstGeom prst="rect">
            <a:avLst/>
          </a:prstGeom>
        </p:spPr>
        <p:txBody>
          <a:bodyPr anchor="ctr"/>
          <a:lstStyle>
            <a:lvl1pPr marL="0" indent="0">
              <a:buNone/>
              <a:defRPr sz="2800" b="1">
                <a:solidFill>
                  <a:schemeClr val="accent1"/>
                </a:solidFill>
              </a:defRPr>
            </a:lvl1pPr>
          </a:lstStyle>
          <a:p>
            <a:pPr lvl="0"/>
            <a:r>
              <a:rPr kumimoji="1" lang="zh-CN" altLang="en-US"/>
              <a:t>单击此处编辑母版文本样式</a:t>
            </a:r>
          </a:p>
        </p:txBody>
      </p:sp>
      <p:sp>
        <p:nvSpPr>
          <p:cNvPr id="45" name="文本占位符 25"/>
          <p:cNvSpPr>
            <a:spLocks noGrp="1"/>
          </p:cNvSpPr>
          <p:nvPr>
            <p:ph type="body" sz="quarter" idx="19"/>
          </p:nvPr>
        </p:nvSpPr>
        <p:spPr>
          <a:xfrm>
            <a:off x="2671073" y="4470516"/>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Tree>
    <p:extLst>
      <p:ext uri="{BB962C8B-B14F-4D97-AF65-F5344CB8AC3E}">
        <p14:creationId xmlns:p14="http://schemas.microsoft.com/office/powerpoint/2010/main" val="145057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_四项目录">
    <p:bg>
      <p:bgPr>
        <a:solidFill>
          <a:schemeClr val="accent4"/>
        </a:solidFill>
        <a:effectLst/>
      </p:bgPr>
    </p:bg>
    <p:spTree>
      <p:nvGrpSpPr>
        <p:cNvPr id="1" name=""/>
        <p:cNvGrpSpPr/>
        <p:nvPr/>
      </p:nvGrpSpPr>
      <p:grpSpPr>
        <a:xfrm>
          <a:off x="0" y="0"/>
          <a:ext cx="0" cy="0"/>
          <a:chOff x="0" y="0"/>
          <a:chExt cx="0" cy="0"/>
        </a:xfrm>
      </p:grpSpPr>
      <p:sp>
        <p:nvSpPr>
          <p:cNvPr id="3" name="矩形 2"/>
          <p:cNvSpPr/>
          <p:nvPr userDrawn="1"/>
        </p:nvSpPr>
        <p:spPr>
          <a:xfrm>
            <a:off x="7302500" y="0"/>
            <a:ext cx="4889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占位符 7"/>
          <p:cNvSpPr>
            <a:spLocks noGrp="1"/>
          </p:cNvSpPr>
          <p:nvPr>
            <p:ph type="body" sz="quarter" idx="10" hasCustomPrompt="1"/>
          </p:nvPr>
        </p:nvSpPr>
        <p:spPr>
          <a:xfrm>
            <a:off x="290705" y="395615"/>
            <a:ext cx="4560696" cy="529569"/>
          </a:xfrm>
          <a:prstGeom prst="rect">
            <a:avLst/>
          </a:prstGeom>
          <a:ln w="12700" cmpd="sng">
            <a:noFill/>
          </a:ln>
        </p:spPr>
        <p:txBody>
          <a:bodyPr vert="horz" anchor="ctr"/>
          <a:lstStyle>
            <a:lvl1pPr marL="0" indent="0" algn="l">
              <a:buNone/>
              <a:defRPr sz="2000" b="1">
                <a:solidFill>
                  <a:schemeClr val="tx1">
                    <a:lumMod val="75000"/>
                    <a:lumOff val="25000"/>
                  </a:schemeClr>
                </a:solidFill>
                <a:latin typeface="Microsoft YaHei" charset="0"/>
                <a:ea typeface="Microsoft YaHei" charset="0"/>
                <a:cs typeface="Microsoft YaHei"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5" name="任意形状 4"/>
          <p:cNvSpPr/>
          <p:nvPr userDrawn="1"/>
        </p:nvSpPr>
        <p:spPr>
          <a:xfrm rot="19800000">
            <a:off x="10372897" y="-2420910"/>
            <a:ext cx="10851740" cy="1378464"/>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6" name="任意形状 5"/>
          <p:cNvSpPr/>
          <p:nvPr userDrawn="1"/>
        </p:nvSpPr>
        <p:spPr>
          <a:xfrm rot="19800000">
            <a:off x="10106396" y="-339592"/>
            <a:ext cx="3432067" cy="435965"/>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7" name="任意形状 6"/>
          <p:cNvSpPr/>
          <p:nvPr userDrawn="1"/>
        </p:nvSpPr>
        <p:spPr>
          <a:xfrm rot="9000000">
            <a:off x="-5423997" y="8127200"/>
            <a:ext cx="6773754" cy="483105"/>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alpha val="50000"/>
                </a:schemeClr>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8" name="任意形状 7"/>
          <p:cNvSpPr/>
          <p:nvPr userDrawn="1"/>
        </p:nvSpPr>
        <p:spPr>
          <a:xfrm rot="9000000">
            <a:off x="-17299683" y="9570125"/>
            <a:ext cx="19665052" cy="1402513"/>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9" name="任意形状 8"/>
          <p:cNvSpPr/>
          <p:nvPr userDrawn="1"/>
        </p:nvSpPr>
        <p:spPr>
          <a:xfrm rot="19800000">
            <a:off x="11766437" y="1050073"/>
            <a:ext cx="1589318" cy="201886"/>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8" name="文本占位符 25"/>
          <p:cNvSpPr>
            <a:spLocks noGrp="1"/>
          </p:cNvSpPr>
          <p:nvPr>
            <p:ph type="body" sz="quarter" idx="11" hasCustomPrompt="1"/>
          </p:nvPr>
        </p:nvSpPr>
        <p:spPr>
          <a:xfrm>
            <a:off x="1529536" y="1365567"/>
            <a:ext cx="1141537" cy="805535"/>
          </a:xfrm>
          <a:prstGeom prst="rect">
            <a:avLst/>
          </a:prstGeom>
        </p:spPr>
        <p:txBody>
          <a:bodyPr anchor="ctr"/>
          <a:lstStyle>
            <a:lvl1pPr marL="0" indent="0">
              <a:buNone/>
              <a:defRPr sz="6600" b="1">
                <a:solidFill>
                  <a:schemeClr val="accent1"/>
                </a:solidFill>
              </a:defRPr>
            </a:lvl1pPr>
          </a:lstStyle>
          <a:p>
            <a:pPr lvl="0"/>
            <a:r>
              <a:rPr kumimoji="1" lang="en-US" altLang="zh-CN" dirty="0"/>
              <a:t>00</a:t>
            </a:r>
            <a:endParaRPr kumimoji="1" lang="zh-CN" altLang="en-US" dirty="0"/>
          </a:p>
        </p:txBody>
      </p:sp>
      <p:sp>
        <p:nvSpPr>
          <p:cNvPr id="29" name="文本占位符 25"/>
          <p:cNvSpPr>
            <a:spLocks noGrp="1"/>
          </p:cNvSpPr>
          <p:nvPr>
            <p:ph type="body" sz="quarter" idx="12"/>
          </p:nvPr>
        </p:nvSpPr>
        <p:spPr>
          <a:xfrm>
            <a:off x="2671073" y="1365567"/>
            <a:ext cx="3125103" cy="419439"/>
          </a:xfrm>
          <a:prstGeom prst="rect">
            <a:avLst/>
          </a:prstGeom>
        </p:spPr>
        <p:txBody>
          <a:bodyPr anchor="ctr"/>
          <a:lstStyle>
            <a:lvl1pPr marL="0" indent="0">
              <a:buNone/>
              <a:defRPr sz="2800" b="1">
                <a:solidFill>
                  <a:schemeClr val="accent1"/>
                </a:solidFill>
              </a:defRPr>
            </a:lvl1pPr>
          </a:lstStyle>
          <a:p>
            <a:pPr lvl="0"/>
            <a:r>
              <a:rPr kumimoji="1" lang="zh-CN" altLang="en-US"/>
              <a:t>单击此处编辑母版文本样式</a:t>
            </a:r>
          </a:p>
        </p:txBody>
      </p:sp>
      <p:sp>
        <p:nvSpPr>
          <p:cNvPr id="30" name="文本占位符 25"/>
          <p:cNvSpPr>
            <a:spLocks noGrp="1"/>
          </p:cNvSpPr>
          <p:nvPr>
            <p:ph type="body" sz="quarter" idx="13"/>
          </p:nvPr>
        </p:nvSpPr>
        <p:spPr>
          <a:xfrm>
            <a:off x="2671073" y="1791131"/>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
        <p:nvSpPr>
          <p:cNvPr id="34" name="文本占位符 25"/>
          <p:cNvSpPr>
            <a:spLocks noGrp="1"/>
          </p:cNvSpPr>
          <p:nvPr>
            <p:ph type="body" sz="quarter" idx="14" hasCustomPrompt="1"/>
          </p:nvPr>
        </p:nvSpPr>
        <p:spPr>
          <a:xfrm>
            <a:off x="1529536" y="2472926"/>
            <a:ext cx="1141537" cy="805535"/>
          </a:xfrm>
          <a:prstGeom prst="rect">
            <a:avLst/>
          </a:prstGeom>
        </p:spPr>
        <p:txBody>
          <a:bodyPr anchor="ctr"/>
          <a:lstStyle>
            <a:lvl1pPr marL="0" indent="0">
              <a:buNone/>
              <a:defRPr sz="6600" b="1">
                <a:solidFill>
                  <a:schemeClr val="accent2">
                    <a:lumMod val="90000"/>
                  </a:schemeClr>
                </a:solidFill>
              </a:defRPr>
            </a:lvl1pPr>
          </a:lstStyle>
          <a:p>
            <a:pPr lvl="0"/>
            <a:r>
              <a:rPr kumimoji="1" lang="en-US" altLang="zh-CN" dirty="0"/>
              <a:t>00</a:t>
            </a:r>
            <a:endParaRPr kumimoji="1" lang="zh-CN" altLang="en-US" dirty="0"/>
          </a:p>
        </p:txBody>
      </p:sp>
      <p:sp>
        <p:nvSpPr>
          <p:cNvPr id="35" name="文本占位符 25"/>
          <p:cNvSpPr>
            <a:spLocks noGrp="1"/>
          </p:cNvSpPr>
          <p:nvPr>
            <p:ph type="body" sz="quarter" idx="15"/>
          </p:nvPr>
        </p:nvSpPr>
        <p:spPr>
          <a:xfrm>
            <a:off x="2671073" y="2471385"/>
            <a:ext cx="3125103" cy="419439"/>
          </a:xfrm>
          <a:prstGeom prst="rect">
            <a:avLst/>
          </a:prstGeom>
        </p:spPr>
        <p:txBody>
          <a:bodyPr anchor="ctr"/>
          <a:lstStyle>
            <a:lvl1pPr marL="0" indent="0">
              <a:buNone/>
              <a:defRPr sz="2800" b="1">
                <a:solidFill>
                  <a:schemeClr val="accent2">
                    <a:lumMod val="90000"/>
                  </a:schemeClr>
                </a:solidFill>
              </a:defRPr>
            </a:lvl1pPr>
          </a:lstStyle>
          <a:p>
            <a:pPr lvl="0"/>
            <a:r>
              <a:rPr kumimoji="1" lang="zh-CN" altLang="en-US"/>
              <a:t>单击此处编辑母版文本样式</a:t>
            </a:r>
          </a:p>
        </p:txBody>
      </p:sp>
      <p:sp>
        <p:nvSpPr>
          <p:cNvPr id="36" name="文本占位符 25"/>
          <p:cNvSpPr>
            <a:spLocks noGrp="1"/>
          </p:cNvSpPr>
          <p:nvPr>
            <p:ph type="body" sz="quarter" idx="16"/>
          </p:nvPr>
        </p:nvSpPr>
        <p:spPr>
          <a:xfrm>
            <a:off x="2671073" y="2896949"/>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
        <p:nvSpPr>
          <p:cNvPr id="43" name="文本占位符 25"/>
          <p:cNvSpPr>
            <a:spLocks noGrp="1"/>
          </p:cNvSpPr>
          <p:nvPr>
            <p:ph type="body" sz="quarter" idx="17" hasCustomPrompt="1"/>
          </p:nvPr>
        </p:nvSpPr>
        <p:spPr>
          <a:xfrm>
            <a:off x="1529536" y="3580285"/>
            <a:ext cx="1141537" cy="805535"/>
          </a:xfrm>
          <a:prstGeom prst="rect">
            <a:avLst/>
          </a:prstGeom>
        </p:spPr>
        <p:txBody>
          <a:bodyPr anchor="ctr"/>
          <a:lstStyle>
            <a:lvl1pPr marL="0" indent="0">
              <a:buNone/>
              <a:defRPr sz="6600" b="1">
                <a:solidFill>
                  <a:schemeClr val="accent1"/>
                </a:solidFill>
              </a:defRPr>
            </a:lvl1pPr>
          </a:lstStyle>
          <a:p>
            <a:pPr lvl="0"/>
            <a:r>
              <a:rPr kumimoji="1" lang="en-US" altLang="zh-CN" dirty="0"/>
              <a:t>00</a:t>
            </a:r>
            <a:endParaRPr kumimoji="1" lang="zh-CN" altLang="en-US" dirty="0"/>
          </a:p>
        </p:txBody>
      </p:sp>
      <p:sp>
        <p:nvSpPr>
          <p:cNvPr id="44" name="文本占位符 25"/>
          <p:cNvSpPr>
            <a:spLocks noGrp="1"/>
          </p:cNvSpPr>
          <p:nvPr>
            <p:ph type="body" sz="quarter" idx="18"/>
          </p:nvPr>
        </p:nvSpPr>
        <p:spPr>
          <a:xfrm>
            <a:off x="2671073" y="3584866"/>
            <a:ext cx="3125103" cy="419439"/>
          </a:xfrm>
          <a:prstGeom prst="rect">
            <a:avLst/>
          </a:prstGeom>
        </p:spPr>
        <p:txBody>
          <a:bodyPr anchor="ctr"/>
          <a:lstStyle>
            <a:lvl1pPr marL="0" indent="0">
              <a:buNone/>
              <a:defRPr sz="2800" b="1">
                <a:solidFill>
                  <a:schemeClr val="accent1"/>
                </a:solidFill>
              </a:defRPr>
            </a:lvl1pPr>
          </a:lstStyle>
          <a:p>
            <a:pPr lvl="0"/>
            <a:r>
              <a:rPr kumimoji="1" lang="zh-CN" altLang="en-US"/>
              <a:t>单击此处编辑母版文本样式</a:t>
            </a:r>
          </a:p>
        </p:txBody>
      </p:sp>
      <p:sp>
        <p:nvSpPr>
          <p:cNvPr id="45" name="文本占位符 25"/>
          <p:cNvSpPr>
            <a:spLocks noGrp="1"/>
          </p:cNvSpPr>
          <p:nvPr>
            <p:ph type="body" sz="quarter" idx="19"/>
          </p:nvPr>
        </p:nvSpPr>
        <p:spPr>
          <a:xfrm>
            <a:off x="2671073" y="4010430"/>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
        <p:nvSpPr>
          <p:cNvPr id="46" name="文本占位符 25"/>
          <p:cNvSpPr>
            <a:spLocks noGrp="1"/>
          </p:cNvSpPr>
          <p:nvPr>
            <p:ph type="body" sz="quarter" idx="20" hasCustomPrompt="1"/>
          </p:nvPr>
        </p:nvSpPr>
        <p:spPr>
          <a:xfrm>
            <a:off x="1529536" y="4687645"/>
            <a:ext cx="1141537" cy="805535"/>
          </a:xfrm>
          <a:prstGeom prst="rect">
            <a:avLst/>
          </a:prstGeom>
        </p:spPr>
        <p:txBody>
          <a:bodyPr anchor="ctr"/>
          <a:lstStyle>
            <a:lvl1pPr marL="0" indent="0">
              <a:buNone/>
              <a:defRPr sz="6600" b="1">
                <a:solidFill>
                  <a:schemeClr val="accent2">
                    <a:lumMod val="90000"/>
                  </a:schemeClr>
                </a:solidFill>
              </a:defRPr>
            </a:lvl1pPr>
          </a:lstStyle>
          <a:p>
            <a:pPr lvl="0"/>
            <a:r>
              <a:rPr kumimoji="1" lang="en-US" altLang="zh-CN" dirty="0"/>
              <a:t>00</a:t>
            </a:r>
            <a:endParaRPr kumimoji="1" lang="zh-CN" altLang="en-US" dirty="0"/>
          </a:p>
        </p:txBody>
      </p:sp>
      <p:sp>
        <p:nvSpPr>
          <p:cNvPr id="47" name="文本占位符 25"/>
          <p:cNvSpPr>
            <a:spLocks noGrp="1"/>
          </p:cNvSpPr>
          <p:nvPr>
            <p:ph type="body" sz="quarter" idx="21"/>
          </p:nvPr>
        </p:nvSpPr>
        <p:spPr>
          <a:xfrm>
            <a:off x="2671073" y="4687645"/>
            <a:ext cx="3125103" cy="419439"/>
          </a:xfrm>
          <a:prstGeom prst="rect">
            <a:avLst/>
          </a:prstGeom>
        </p:spPr>
        <p:txBody>
          <a:bodyPr anchor="ctr"/>
          <a:lstStyle>
            <a:lvl1pPr marL="0" indent="0">
              <a:buNone/>
              <a:defRPr sz="2800" b="1">
                <a:solidFill>
                  <a:schemeClr val="accent2">
                    <a:lumMod val="90000"/>
                  </a:schemeClr>
                </a:solidFill>
              </a:defRPr>
            </a:lvl1pPr>
          </a:lstStyle>
          <a:p>
            <a:pPr lvl="0"/>
            <a:r>
              <a:rPr kumimoji="1" lang="zh-CN" altLang="en-US"/>
              <a:t>单击此处编辑母版文本样式</a:t>
            </a:r>
          </a:p>
        </p:txBody>
      </p:sp>
      <p:sp>
        <p:nvSpPr>
          <p:cNvPr id="48" name="文本占位符 25"/>
          <p:cNvSpPr>
            <a:spLocks noGrp="1"/>
          </p:cNvSpPr>
          <p:nvPr>
            <p:ph type="body" sz="quarter" idx="22"/>
          </p:nvPr>
        </p:nvSpPr>
        <p:spPr>
          <a:xfrm>
            <a:off x="2671073" y="5113209"/>
            <a:ext cx="3125103" cy="379972"/>
          </a:xfrm>
          <a:prstGeom prst="rect">
            <a:avLst/>
          </a:prstGeom>
        </p:spPr>
        <p:txBody>
          <a:bodyPr anchor="ctr"/>
          <a:lstStyle>
            <a:lvl1pPr marL="0" indent="0">
              <a:buNone/>
              <a:defRPr sz="1600" b="0">
                <a:solidFill>
                  <a:schemeClr val="tx1">
                    <a:lumMod val="75000"/>
                    <a:lumOff val="25000"/>
                  </a:schemeClr>
                </a:solidFill>
              </a:defRPr>
            </a:lvl1pPr>
          </a:lstStyle>
          <a:p>
            <a:pPr lvl="0"/>
            <a:r>
              <a:rPr kumimoji="1" lang="zh-CN" altLang="en-US"/>
              <a:t>单击此处编辑母版文本样式</a:t>
            </a:r>
          </a:p>
        </p:txBody>
      </p:sp>
    </p:spTree>
    <p:extLst>
      <p:ext uri="{BB962C8B-B14F-4D97-AF65-F5344CB8AC3E}">
        <p14:creationId xmlns:p14="http://schemas.microsoft.com/office/powerpoint/2010/main" val="740759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页_六项目录">
    <p:bg>
      <p:bgPr>
        <a:solidFill>
          <a:schemeClr val="accent4"/>
        </a:solidFill>
        <a:effectLst/>
      </p:bgPr>
    </p:bg>
    <p:spTree>
      <p:nvGrpSpPr>
        <p:cNvPr id="1" name=""/>
        <p:cNvGrpSpPr/>
        <p:nvPr/>
      </p:nvGrpSpPr>
      <p:grpSpPr>
        <a:xfrm>
          <a:off x="0" y="0"/>
          <a:ext cx="0" cy="0"/>
          <a:chOff x="0" y="0"/>
          <a:chExt cx="0" cy="0"/>
        </a:xfrm>
      </p:grpSpPr>
      <p:sp>
        <p:nvSpPr>
          <p:cNvPr id="3" name="矩形 2"/>
          <p:cNvSpPr/>
          <p:nvPr userDrawn="1"/>
        </p:nvSpPr>
        <p:spPr>
          <a:xfrm>
            <a:off x="7302500" y="0"/>
            <a:ext cx="4889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占位符 7"/>
          <p:cNvSpPr>
            <a:spLocks noGrp="1"/>
          </p:cNvSpPr>
          <p:nvPr>
            <p:ph type="body" sz="quarter" idx="10" hasCustomPrompt="1"/>
          </p:nvPr>
        </p:nvSpPr>
        <p:spPr>
          <a:xfrm>
            <a:off x="290705" y="395615"/>
            <a:ext cx="4560696" cy="529569"/>
          </a:xfrm>
          <a:prstGeom prst="rect">
            <a:avLst/>
          </a:prstGeom>
          <a:ln w="12700" cmpd="sng">
            <a:noFill/>
          </a:ln>
        </p:spPr>
        <p:txBody>
          <a:bodyPr vert="horz" anchor="ctr"/>
          <a:lstStyle>
            <a:lvl1pPr marL="0" indent="0" algn="l">
              <a:buNone/>
              <a:defRPr sz="2000" b="1">
                <a:solidFill>
                  <a:schemeClr val="tx1">
                    <a:lumMod val="75000"/>
                    <a:lumOff val="25000"/>
                  </a:schemeClr>
                </a:solidFill>
                <a:latin typeface="Microsoft YaHei" charset="0"/>
                <a:ea typeface="Microsoft YaHei" charset="0"/>
                <a:cs typeface="Microsoft YaHei"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5" name="任意形状 4"/>
          <p:cNvSpPr/>
          <p:nvPr userDrawn="1"/>
        </p:nvSpPr>
        <p:spPr>
          <a:xfrm rot="19800000">
            <a:off x="10372897" y="-2420910"/>
            <a:ext cx="10851740" cy="1378464"/>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6" name="任意形状 5"/>
          <p:cNvSpPr/>
          <p:nvPr userDrawn="1"/>
        </p:nvSpPr>
        <p:spPr>
          <a:xfrm rot="19800000">
            <a:off x="10106396" y="-339592"/>
            <a:ext cx="3432067" cy="435965"/>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7" name="任意形状 6"/>
          <p:cNvSpPr/>
          <p:nvPr userDrawn="1"/>
        </p:nvSpPr>
        <p:spPr>
          <a:xfrm rot="9000000">
            <a:off x="-5423997" y="8127200"/>
            <a:ext cx="6773754" cy="483105"/>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alpha val="50000"/>
                </a:schemeClr>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8" name="任意形状 7"/>
          <p:cNvSpPr/>
          <p:nvPr userDrawn="1"/>
        </p:nvSpPr>
        <p:spPr>
          <a:xfrm rot="9000000">
            <a:off x="-17299683" y="9570125"/>
            <a:ext cx="19665052" cy="1402513"/>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9" name="任意形状 8"/>
          <p:cNvSpPr/>
          <p:nvPr userDrawn="1"/>
        </p:nvSpPr>
        <p:spPr>
          <a:xfrm rot="19800000">
            <a:off x="11766437" y="1050073"/>
            <a:ext cx="1589318" cy="201886"/>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alpha val="50000"/>
                </a:schemeClr>
              </a:gs>
              <a:gs pos="85000">
                <a:schemeClr val="bg1">
                  <a:alpha val="0"/>
                </a:schemeClr>
              </a:gs>
              <a:gs pos="21000">
                <a:schemeClr val="bg1">
                  <a:alpha val="29000"/>
                </a:schemeClr>
              </a:gs>
              <a:gs pos="100000">
                <a:schemeClr val="bg1">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8" name="文本占位符 25"/>
          <p:cNvSpPr>
            <a:spLocks noGrp="1"/>
          </p:cNvSpPr>
          <p:nvPr>
            <p:ph type="body" sz="quarter" idx="11" hasCustomPrompt="1"/>
          </p:nvPr>
        </p:nvSpPr>
        <p:spPr>
          <a:xfrm>
            <a:off x="1529536" y="1232641"/>
            <a:ext cx="1141537" cy="805535"/>
          </a:xfrm>
          <a:prstGeom prst="rect">
            <a:avLst/>
          </a:prstGeom>
        </p:spPr>
        <p:txBody>
          <a:bodyPr anchor="ctr"/>
          <a:lstStyle>
            <a:lvl1pPr marL="0" indent="0">
              <a:buNone/>
              <a:defRPr sz="6000" b="1">
                <a:solidFill>
                  <a:schemeClr val="accent1"/>
                </a:solidFill>
              </a:defRPr>
            </a:lvl1pPr>
          </a:lstStyle>
          <a:p>
            <a:pPr lvl="0"/>
            <a:r>
              <a:rPr kumimoji="1" lang="en-US" altLang="zh-CN" dirty="0"/>
              <a:t>00</a:t>
            </a:r>
            <a:endParaRPr kumimoji="1" lang="zh-CN" altLang="en-US" dirty="0"/>
          </a:p>
        </p:txBody>
      </p:sp>
      <p:sp>
        <p:nvSpPr>
          <p:cNvPr id="29" name="文本占位符 25"/>
          <p:cNvSpPr>
            <a:spLocks noGrp="1"/>
          </p:cNvSpPr>
          <p:nvPr>
            <p:ph type="body" sz="quarter" idx="12"/>
          </p:nvPr>
        </p:nvSpPr>
        <p:spPr>
          <a:xfrm>
            <a:off x="2671073" y="1232641"/>
            <a:ext cx="3125103" cy="419439"/>
          </a:xfrm>
          <a:prstGeom prst="rect">
            <a:avLst/>
          </a:prstGeom>
        </p:spPr>
        <p:txBody>
          <a:bodyPr anchor="ctr"/>
          <a:lstStyle>
            <a:lvl1pPr marL="0" indent="0">
              <a:buNone/>
              <a:defRPr sz="2400" b="1">
                <a:solidFill>
                  <a:schemeClr val="accent1"/>
                </a:solidFill>
              </a:defRPr>
            </a:lvl1pPr>
          </a:lstStyle>
          <a:p>
            <a:pPr lvl="0"/>
            <a:r>
              <a:rPr kumimoji="1" lang="zh-CN" altLang="en-US"/>
              <a:t>单击此处编辑母版文本样式</a:t>
            </a:r>
          </a:p>
        </p:txBody>
      </p:sp>
      <p:sp>
        <p:nvSpPr>
          <p:cNvPr id="30" name="文本占位符 25"/>
          <p:cNvSpPr>
            <a:spLocks noGrp="1"/>
          </p:cNvSpPr>
          <p:nvPr>
            <p:ph type="body" sz="quarter" idx="13"/>
          </p:nvPr>
        </p:nvSpPr>
        <p:spPr>
          <a:xfrm>
            <a:off x="2671073" y="1658205"/>
            <a:ext cx="3125103" cy="379972"/>
          </a:xfrm>
          <a:prstGeom prst="rect">
            <a:avLst/>
          </a:prstGeom>
        </p:spPr>
        <p:txBody>
          <a:bodyPr anchor="ctr"/>
          <a:lstStyle>
            <a:lvl1pPr marL="0" indent="0">
              <a:buNone/>
              <a:defRPr sz="1400" b="0">
                <a:solidFill>
                  <a:schemeClr val="tx1">
                    <a:lumMod val="75000"/>
                    <a:lumOff val="25000"/>
                  </a:schemeClr>
                </a:solidFill>
              </a:defRPr>
            </a:lvl1pPr>
          </a:lstStyle>
          <a:p>
            <a:pPr lvl="0"/>
            <a:r>
              <a:rPr kumimoji="1" lang="zh-CN" altLang="en-US"/>
              <a:t>单击此处编辑母版文本样式</a:t>
            </a:r>
          </a:p>
        </p:txBody>
      </p:sp>
      <p:sp>
        <p:nvSpPr>
          <p:cNvPr id="34" name="文本占位符 25"/>
          <p:cNvSpPr>
            <a:spLocks noGrp="1"/>
          </p:cNvSpPr>
          <p:nvPr>
            <p:ph type="body" sz="quarter" idx="14" hasCustomPrompt="1"/>
          </p:nvPr>
        </p:nvSpPr>
        <p:spPr>
          <a:xfrm>
            <a:off x="1529536" y="2041610"/>
            <a:ext cx="1141537" cy="805535"/>
          </a:xfrm>
          <a:prstGeom prst="rect">
            <a:avLst/>
          </a:prstGeom>
        </p:spPr>
        <p:txBody>
          <a:bodyPr anchor="ctr"/>
          <a:lstStyle>
            <a:lvl1pPr marL="0" indent="0">
              <a:buNone/>
              <a:defRPr sz="6000" b="1">
                <a:solidFill>
                  <a:schemeClr val="accent2">
                    <a:lumMod val="90000"/>
                  </a:schemeClr>
                </a:solidFill>
              </a:defRPr>
            </a:lvl1pPr>
          </a:lstStyle>
          <a:p>
            <a:pPr lvl="0"/>
            <a:r>
              <a:rPr kumimoji="1" lang="en-US" altLang="zh-CN" dirty="0"/>
              <a:t>00</a:t>
            </a:r>
            <a:endParaRPr kumimoji="1" lang="zh-CN" altLang="en-US" dirty="0"/>
          </a:p>
        </p:txBody>
      </p:sp>
      <p:sp>
        <p:nvSpPr>
          <p:cNvPr id="35" name="文本占位符 25"/>
          <p:cNvSpPr>
            <a:spLocks noGrp="1"/>
          </p:cNvSpPr>
          <p:nvPr>
            <p:ph type="body" sz="quarter" idx="15"/>
          </p:nvPr>
        </p:nvSpPr>
        <p:spPr>
          <a:xfrm>
            <a:off x="2671073" y="2041610"/>
            <a:ext cx="3125103" cy="419439"/>
          </a:xfrm>
          <a:prstGeom prst="rect">
            <a:avLst/>
          </a:prstGeom>
        </p:spPr>
        <p:txBody>
          <a:bodyPr anchor="ctr"/>
          <a:lstStyle>
            <a:lvl1pPr marL="0" indent="0">
              <a:buNone/>
              <a:defRPr sz="2400" b="1">
                <a:solidFill>
                  <a:schemeClr val="accent2">
                    <a:lumMod val="90000"/>
                  </a:schemeClr>
                </a:solidFill>
              </a:defRPr>
            </a:lvl1pPr>
          </a:lstStyle>
          <a:p>
            <a:pPr lvl="0"/>
            <a:r>
              <a:rPr kumimoji="1" lang="zh-CN" altLang="en-US"/>
              <a:t>单击此处编辑母版文本样式</a:t>
            </a:r>
          </a:p>
        </p:txBody>
      </p:sp>
      <p:sp>
        <p:nvSpPr>
          <p:cNvPr id="36" name="文本占位符 25"/>
          <p:cNvSpPr>
            <a:spLocks noGrp="1"/>
          </p:cNvSpPr>
          <p:nvPr>
            <p:ph type="body" sz="quarter" idx="16"/>
          </p:nvPr>
        </p:nvSpPr>
        <p:spPr>
          <a:xfrm>
            <a:off x="2671073" y="2467174"/>
            <a:ext cx="3125103" cy="379972"/>
          </a:xfrm>
          <a:prstGeom prst="rect">
            <a:avLst/>
          </a:prstGeom>
        </p:spPr>
        <p:txBody>
          <a:bodyPr anchor="ctr"/>
          <a:lstStyle>
            <a:lvl1pPr marL="0" indent="0">
              <a:buNone/>
              <a:defRPr sz="1400" b="0">
                <a:solidFill>
                  <a:schemeClr val="tx1">
                    <a:lumMod val="75000"/>
                    <a:lumOff val="25000"/>
                  </a:schemeClr>
                </a:solidFill>
              </a:defRPr>
            </a:lvl1pPr>
          </a:lstStyle>
          <a:p>
            <a:pPr lvl="0"/>
            <a:r>
              <a:rPr kumimoji="1" lang="zh-CN" altLang="en-US"/>
              <a:t>单击此处编辑母版文本样式</a:t>
            </a:r>
          </a:p>
        </p:txBody>
      </p:sp>
      <p:sp>
        <p:nvSpPr>
          <p:cNvPr id="43" name="文本占位符 25"/>
          <p:cNvSpPr>
            <a:spLocks noGrp="1"/>
          </p:cNvSpPr>
          <p:nvPr>
            <p:ph type="body" sz="quarter" idx="17" hasCustomPrompt="1"/>
          </p:nvPr>
        </p:nvSpPr>
        <p:spPr>
          <a:xfrm>
            <a:off x="1529536" y="2847145"/>
            <a:ext cx="1141537" cy="805535"/>
          </a:xfrm>
          <a:prstGeom prst="rect">
            <a:avLst/>
          </a:prstGeom>
        </p:spPr>
        <p:txBody>
          <a:bodyPr anchor="ctr"/>
          <a:lstStyle>
            <a:lvl1pPr marL="0" indent="0">
              <a:buNone/>
              <a:defRPr sz="6000" b="1">
                <a:solidFill>
                  <a:schemeClr val="accent1"/>
                </a:solidFill>
              </a:defRPr>
            </a:lvl1pPr>
          </a:lstStyle>
          <a:p>
            <a:pPr lvl="0"/>
            <a:r>
              <a:rPr kumimoji="1" lang="en-US" altLang="zh-CN" dirty="0"/>
              <a:t>00</a:t>
            </a:r>
            <a:endParaRPr kumimoji="1" lang="zh-CN" altLang="en-US" dirty="0"/>
          </a:p>
        </p:txBody>
      </p:sp>
      <p:sp>
        <p:nvSpPr>
          <p:cNvPr id="44" name="文本占位符 25"/>
          <p:cNvSpPr>
            <a:spLocks noGrp="1"/>
          </p:cNvSpPr>
          <p:nvPr>
            <p:ph type="body" sz="quarter" idx="18"/>
          </p:nvPr>
        </p:nvSpPr>
        <p:spPr>
          <a:xfrm>
            <a:off x="2671073" y="2847145"/>
            <a:ext cx="3125103" cy="419439"/>
          </a:xfrm>
          <a:prstGeom prst="rect">
            <a:avLst/>
          </a:prstGeom>
        </p:spPr>
        <p:txBody>
          <a:bodyPr anchor="ctr"/>
          <a:lstStyle>
            <a:lvl1pPr marL="0" indent="0">
              <a:buNone/>
              <a:defRPr sz="2400" b="1">
                <a:solidFill>
                  <a:schemeClr val="accent1"/>
                </a:solidFill>
              </a:defRPr>
            </a:lvl1pPr>
          </a:lstStyle>
          <a:p>
            <a:pPr lvl="0"/>
            <a:r>
              <a:rPr kumimoji="1" lang="zh-CN" altLang="en-US"/>
              <a:t>单击此处编辑母版文本样式</a:t>
            </a:r>
          </a:p>
        </p:txBody>
      </p:sp>
      <p:sp>
        <p:nvSpPr>
          <p:cNvPr id="45" name="文本占位符 25"/>
          <p:cNvSpPr>
            <a:spLocks noGrp="1"/>
          </p:cNvSpPr>
          <p:nvPr>
            <p:ph type="body" sz="quarter" idx="19"/>
          </p:nvPr>
        </p:nvSpPr>
        <p:spPr>
          <a:xfrm>
            <a:off x="2671073" y="3272709"/>
            <a:ext cx="3125103" cy="379972"/>
          </a:xfrm>
          <a:prstGeom prst="rect">
            <a:avLst/>
          </a:prstGeom>
        </p:spPr>
        <p:txBody>
          <a:bodyPr anchor="ctr"/>
          <a:lstStyle>
            <a:lvl1pPr marL="0" indent="0">
              <a:buNone/>
              <a:defRPr sz="1400" b="0">
                <a:solidFill>
                  <a:schemeClr val="tx1">
                    <a:lumMod val="75000"/>
                    <a:lumOff val="25000"/>
                  </a:schemeClr>
                </a:solidFill>
              </a:defRPr>
            </a:lvl1pPr>
          </a:lstStyle>
          <a:p>
            <a:pPr lvl="0"/>
            <a:r>
              <a:rPr kumimoji="1" lang="zh-CN" altLang="en-US"/>
              <a:t>单击此处编辑母版文本样式</a:t>
            </a:r>
          </a:p>
        </p:txBody>
      </p:sp>
      <p:sp>
        <p:nvSpPr>
          <p:cNvPr id="46" name="文本占位符 25"/>
          <p:cNvSpPr>
            <a:spLocks noGrp="1"/>
          </p:cNvSpPr>
          <p:nvPr>
            <p:ph type="body" sz="quarter" idx="20" hasCustomPrompt="1"/>
          </p:nvPr>
        </p:nvSpPr>
        <p:spPr>
          <a:xfrm>
            <a:off x="1529536" y="3652680"/>
            <a:ext cx="1141537" cy="805535"/>
          </a:xfrm>
          <a:prstGeom prst="rect">
            <a:avLst/>
          </a:prstGeom>
        </p:spPr>
        <p:txBody>
          <a:bodyPr anchor="ctr"/>
          <a:lstStyle>
            <a:lvl1pPr marL="0" indent="0">
              <a:buNone/>
              <a:defRPr sz="6000" b="1">
                <a:solidFill>
                  <a:schemeClr val="accent2">
                    <a:lumMod val="90000"/>
                  </a:schemeClr>
                </a:solidFill>
              </a:defRPr>
            </a:lvl1pPr>
          </a:lstStyle>
          <a:p>
            <a:pPr lvl="0"/>
            <a:r>
              <a:rPr kumimoji="1" lang="en-US" altLang="zh-CN" dirty="0"/>
              <a:t>00</a:t>
            </a:r>
            <a:endParaRPr kumimoji="1" lang="zh-CN" altLang="en-US" dirty="0"/>
          </a:p>
        </p:txBody>
      </p:sp>
      <p:sp>
        <p:nvSpPr>
          <p:cNvPr id="47" name="文本占位符 25"/>
          <p:cNvSpPr>
            <a:spLocks noGrp="1"/>
          </p:cNvSpPr>
          <p:nvPr>
            <p:ph type="body" sz="quarter" idx="21"/>
          </p:nvPr>
        </p:nvSpPr>
        <p:spPr>
          <a:xfrm>
            <a:off x="2671073" y="3652680"/>
            <a:ext cx="3125103" cy="419439"/>
          </a:xfrm>
          <a:prstGeom prst="rect">
            <a:avLst/>
          </a:prstGeom>
        </p:spPr>
        <p:txBody>
          <a:bodyPr anchor="ctr"/>
          <a:lstStyle>
            <a:lvl1pPr marL="0" indent="0">
              <a:buNone/>
              <a:defRPr sz="2400" b="1">
                <a:solidFill>
                  <a:schemeClr val="accent2">
                    <a:lumMod val="90000"/>
                  </a:schemeClr>
                </a:solidFill>
              </a:defRPr>
            </a:lvl1pPr>
          </a:lstStyle>
          <a:p>
            <a:pPr lvl="0"/>
            <a:r>
              <a:rPr kumimoji="1" lang="zh-CN" altLang="en-US"/>
              <a:t>单击此处编辑母版文本样式</a:t>
            </a:r>
          </a:p>
        </p:txBody>
      </p:sp>
      <p:sp>
        <p:nvSpPr>
          <p:cNvPr id="48" name="文本占位符 25"/>
          <p:cNvSpPr>
            <a:spLocks noGrp="1"/>
          </p:cNvSpPr>
          <p:nvPr>
            <p:ph type="body" sz="quarter" idx="22"/>
          </p:nvPr>
        </p:nvSpPr>
        <p:spPr>
          <a:xfrm>
            <a:off x="2671073" y="4078244"/>
            <a:ext cx="3125103" cy="379972"/>
          </a:xfrm>
          <a:prstGeom prst="rect">
            <a:avLst/>
          </a:prstGeom>
        </p:spPr>
        <p:txBody>
          <a:bodyPr anchor="ctr"/>
          <a:lstStyle>
            <a:lvl1pPr marL="0" indent="0">
              <a:buNone/>
              <a:defRPr sz="1400" b="0">
                <a:solidFill>
                  <a:schemeClr val="tx1">
                    <a:lumMod val="75000"/>
                    <a:lumOff val="25000"/>
                  </a:schemeClr>
                </a:solidFill>
              </a:defRPr>
            </a:lvl1pPr>
          </a:lstStyle>
          <a:p>
            <a:pPr lvl="0"/>
            <a:r>
              <a:rPr kumimoji="1" lang="zh-CN" altLang="en-US"/>
              <a:t>单击此处编辑母版文本样式</a:t>
            </a:r>
          </a:p>
        </p:txBody>
      </p:sp>
      <p:sp>
        <p:nvSpPr>
          <p:cNvPr id="49" name="文本占位符 25"/>
          <p:cNvSpPr>
            <a:spLocks noGrp="1"/>
          </p:cNvSpPr>
          <p:nvPr>
            <p:ph type="body" sz="quarter" idx="23" hasCustomPrompt="1"/>
          </p:nvPr>
        </p:nvSpPr>
        <p:spPr>
          <a:xfrm>
            <a:off x="1529536" y="4458214"/>
            <a:ext cx="1141537" cy="805535"/>
          </a:xfrm>
          <a:prstGeom prst="rect">
            <a:avLst/>
          </a:prstGeom>
        </p:spPr>
        <p:txBody>
          <a:bodyPr anchor="ctr"/>
          <a:lstStyle>
            <a:lvl1pPr marL="0" indent="0">
              <a:buNone/>
              <a:defRPr sz="6000" b="1">
                <a:solidFill>
                  <a:schemeClr val="accent1"/>
                </a:solidFill>
              </a:defRPr>
            </a:lvl1pPr>
          </a:lstStyle>
          <a:p>
            <a:pPr lvl="0"/>
            <a:r>
              <a:rPr kumimoji="1" lang="en-US" altLang="zh-CN" dirty="0"/>
              <a:t>00</a:t>
            </a:r>
            <a:endParaRPr kumimoji="1" lang="zh-CN" altLang="en-US" dirty="0"/>
          </a:p>
        </p:txBody>
      </p:sp>
      <p:sp>
        <p:nvSpPr>
          <p:cNvPr id="50" name="文本占位符 25"/>
          <p:cNvSpPr>
            <a:spLocks noGrp="1"/>
          </p:cNvSpPr>
          <p:nvPr>
            <p:ph type="body" sz="quarter" idx="24"/>
          </p:nvPr>
        </p:nvSpPr>
        <p:spPr>
          <a:xfrm>
            <a:off x="2671073" y="4458214"/>
            <a:ext cx="3125103" cy="419439"/>
          </a:xfrm>
          <a:prstGeom prst="rect">
            <a:avLst/>
          </a:prstGeom>
        </p:spPr>
        <p:txBody>
          <a:bodyPr anchor="ctr"/>
          <a:lstStyle>
            <a:lvl1pPr marL="0" indent="0">
              <a:buNone/>
              <a:defRPr sz="2400" b="1">
                <a:solidFill>
                  <a:schemeClr val="accent1"/>
                </a:solidFill>
              </a:defRPr>
            </a:lvl1pPr>
          </a:lstStyle>
          <a:p>
            <a:pPr lvl="0"/>
            <a:r>
              <a:rPr kumimoji="1" lang="zh-CN" altLang="en-US"/>
              <a:t>单击此处编辑母版文本样式</a:t>
            </a:r>
          </a:p>
        </p:txBody>
      </p:sp>
      <p:sp>
        <p:nvSpPr>
          <p:cNvPr id="51" name="文本占位符 25"/>
          <p:cNvSpPr>
            <a:spLocks noGrp="1"/>
          </p:cNvSpPr>
          <p:nvPr>
            <p:ph type="body" sz="quarter" idx="25"/>
          </p:nvPr>
        </p:nvSpPr>
        <p:spPr>
          <a:xfrm>
            <a:off x="2671073" y="4883778"/>
            <a:ext cx="3125103" cy="379972"/>
          </a:xfrm>
          <a:prstGeom prst="rect">
            <a:avLst/>
          </a:prstGeom>
        </p:spPr>
        <p:txBody>
          <a:bodyPr anchor="ctr"/>
          <a:lstStyle>
            <a:lvl1pPr marL="0" indent="0">
              <a:buNone/>
              <a:defRPr sz="1400" b="0">
                <a:solidFill>
                  <a:schemeClr val="tx1">
                    <a:lumMod val="75000"/>
                    <a:lumOff val="25000"/>
                  </a:schemeClr>
                </a:solidFill>
              </a:defRPr>
            </a:lvl1pPr>
          </a:lstStyle>
          <a:p>
            <a:pPr lvl="0"/>
            <a:r>
              <a:rPr kumimoji="1" lang="zh-CN" altLang="en-US"/>
              <a:t>单击此处编辑母版文本样式</a:t>
            </a:r>
          </a:p>
        </p:txBody>
      </p:sp>
      <p:sp>
        <p:nvSpPr>
          <p:cNvPr id="25" name="文本占位符 25"/>
          <p:cNvSpPr>
            <a:spLocks noGrp="1"/>
          </p:cNvSpPr>
          <p:nvPr>
            <p:ph type="body" sz="quarter" idx="26" hasCustomPrompt="1"/>
          </p:nvPr>
        </p:nvSpPr>
        <p:spPr>
          <a:xfrm>
            <a:off x="1529536" y="5257623"/>
            <a:ext cx="1141537" cy="805535"/>
          </a:xfrm>
          <a:prstGeom prst="rect">
            <a:avLst/>
          </a:prstGeom>
        </p:spPr>
        <p:txBody>
          <a:bodyPr anchor="ctr"/>
          <a:lstStyle>
            <a:lvl1pPr marL="0" indent="0">
              <a:buNone/>
              <a:defRPr sz="6000" b="1">
                <a:solidFill>
                  <a:schemeClr val="accent2">
                    <a:lumMod val="90000"/>
                  </a:schemeClr>
                </a:solidFill>
              </a:defRPr>
            </a:lvl1pPr>
          </a:lstStyle>
          <a:p>
            <a:pPr lvl="0"/>
            <a:r>
              <a:rPr kumimoji="1" lang="en-US" altLang="zh-CN" dirty="0"/>
              <a:t>00</a:t>
            </a:r>
            <a:endParaRPr kumimoji="1" lang="zh-CN" altLang="en-US" dirty="0"/>
          </a:p>
        </p:txBody>
      </p:sp>
      <p:sp>
        <p:nvSpPr>
          <p:cNvPr id="26" name="文本占位符 25"/>
          <p:cNvSpPr>
            <a:spLocks noGrp="1"/>
          </p:cNvSpPr>
          <p:nvPr>
            <p:ph type="body" sz="quarter" idx="27"/>
          </p:nvPr>
        </p:nvSpPr>
        <p:spPr>
          <a:xfrm>
            <a:off x="2671073" y="5257623"/>
            <a:ext cx="3125103" cy="419439"/>
          </a:xfrm>
          <a:prstGeom prst="rect">
            <a:avLst/>
          </a:prstGeom>
        </p:spPr>
        <p:txBody>
          <a:bodyPr anchor="ctr"/>
          <a:lstStyle>
            <a:lvl1pPr marL="0" indent="0">
              <a:buNone/>
              <a:defRPr sz="2400" b="1">
                <a:solidFill>
                  <a:schemeClr val="accent2">
                    <a:lumMod val="90000"/>
                  </a:schemeClr>
                </a:solidFill>
              </a:defRPr>
            </a:lvl1pPr>
          </a:lstStyle>
          <a:p>
            <a:pPr lvl="0"/>
            <a:r>
              <a:rPr kumimoji="1" lang="zh-CN" altLang="en-US"/>
              <a:t>单击此处编辑母版文本样式</a:t>
            </a:r>
          </a:p>
        </p:txBody>
      </p:sp>
      <p:sp>
        <p:nvSpPr>
          <p:cNvPr id="27" name="文本占位符 25"/>
          <p:cNvSpPr>
            <a:spLocks noGrp="1"/>
          </p:cNvSpPr>
          <p:nvPr>
            <p:ph type="body" sz="quarter" idx="28"/>
          </p:nvPr>
        </p:nvSpPr>
        <p:spPr>
          <a:xfrm>
            <a:off x="2671073" y="5683187"/>
            <a:ext cx="3125103" cy="379972"/>
          </a:xfrm>
          <a:prstGeom prst="rect">
            <a:avLst/>
          </a:prstGeom>
        </p:spPr>
        <p:txBody>
          <a:bodyPr anchor="ctr"/>
          <a:lstStyle>
            <a:lvl1pPr marL="0" indent="0">
              <a:buNone/>
              <a:defRPr sz="1400" b="0">
                <a:solidFill>
                  <a:schemeClr val="tx1">
                    <a:lumMod val="75000"/>
                    <a:lumOff val="25000"/>
                  </a:schemeClr>
                </a:solidFill>
              </a:defRPr>
            </a:lvl1pPr>
          </a:lstStyle>
          <a:p>
            <a:pPr lvl="0"/>
            <a:r>
              <a:rPr kumimoji="1" lang="zh-CN" altLang="en-US"/>
              <a:t>单击此处编辑母版文本样式</a:t>
            </a:r>
          </a:p>
        </p:txBody>
      </p:sp>
    </p:spTree>
    <p:extLst>
      <p:ext uri="{BB962C8B-B14F-4D97-AF65-F5344CB8AC3E}">
        <p14:creationId xmlns:p14="http://schemas.microsoft.com/office/powerpoint/2010/main" val="65488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副标题页_1">
    <p:bg>
      <p:bgPr>
        <a:solidFill>
          <a:schemeClr val="accent2"/>
        </a:solidFill>
        <a:effectLst/>
      </p:bgPr>
    </p:bg>
    <p:spTree>
      <p:nvGrpSpPr>
        <p:cNvPr id="1" name=""/>
        <p:cNvGrpSpPr/>
        <p:nvPr/>
      </p:nvGrpSpPr>
      <p:grpSpPr>
        <a:xfrm>
          <a:off x="0" y="0"/>
          <a:ext cx="0" cy="0"/>
          <a:chOff x="0" y="0"/>
          <a:chExt cx="0" cy="0"/>
        </a:xfrm>
      </p:grpSpPr>
      <p:grpSp>
        <p:nvGrpSpPr>
          <p:cNvPr id="15" name="组 14"/>
          <p:cNvGrpSpPr/>
          <p:nvPr userDrawn="1"/>
        </p:nvGrpSpPr>
        <p:grpSpPr>
          <a:xfrm>
            <a:off x="-26468527" y="3973065"/>
            <a:ext cx="32229841" cy="11251983"/>
            <a:chOff x="-30083473" y="4244143"/>
            <a:chExt cx="36403800" cy="12709183"/>
          </a:xfrm>
        </p:grpSpPr>
        <p:sp>
          <p:nvSpPr>
            <p:cNvPr id="14" name="任意形状 13"/>
            <p:cNvSpPr/>
            <p:nvPr userDrawn="1"/>
          </p:nvSpPr>
          <p:spPr>
            <a:xfrm rot="9000000">
              <a:off x="-30083473" y="14357003"/>
              <a:ext cx="36403800" cy="2596323"/>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alpha val="50000"/>
                  </a:schemeClr>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6" name="任意形状 5"/>
            <p:cNvSpPr/>
            <p:nvPr userDrawn="1"/>
          </p:nvSpPr>
          <p:spPr>
            <a:xfrm rot="9000000">
              <a:off x="-3966283" y="4244143"/>
              <a:ext cx="5636687" cy="402009"/>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bg1">
                    <a:alpha val="50000"/>
                  </a:schemeClr>
                </a:gs>
                <a:gs pos="85000">
                  <a:schemeClr val="bg1">
                    <a:alpha val="50000"/>
                  </a:schemeClr>
                </a:gs>
                <a:gs pos="23000">
                  <a:schemeClr val="bg1">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任意形状 6"/>
            <p:cNvSpPr/>
            <p:nvPr userDrawn="1"/>
          </p:nvSpPr>
          <p:spPr>
            <a:xfrm rot="9000000">
              <a:off x="-10334592" y="6892697"/>
              <a:ext cx="12857760" cy="917017"/>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8" name="任意形状 7"/>
            <p:cNvSpPr/>
            <p:nvPr userDrawn="1"/>
          </p:nvSpPr>
          <p:spPr>
            <a:xfrm rot="9000000">
              <a:off x="-8282487" y="6572714"/>
              <a:ext cx="12257106" cy="1556983"/>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gs>
                <a:gs pos="85000">
                  <a:schemeClr val="bg1">
                    <a:alpha val="50000"/>
                  </a:schemeClr>
                </a:gs>
                <a:gs pos="21000">
                  <a:schemeClr val="bg1">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9" name="任意形状 8"/>
            <p:cNvSpPr/>
            <p:nvPr userDrawn="1"/>
          </p:nvSpPr>
          <p:spPr>
            <a:xfrm rot="9000000">
              <a:off x="-24267399" y="12952247"/>
              <a:ext cx="28000817" cy="763524"/>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bg1"/>
                </a:gs>
                <a:gs pos="85000">
                  <a:schemeClr val="bg1">
                    <a:alpha val="50000"/>
                  </a:schemeClr>
                </a:gs>
                <a:gs pos="21000">
                  <a:schemeClr val="bg1">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0" name="任意形状 9"/>
            <p:cNvSpPr/>
            <p:nvPr userDrawn="1"/>
          </p:nvSpPr>
          <p:spPr>
            <a:xfrm rot="9000000">
              <a:off x="-5607692" y="4350969"/>
              <a:ext cx="6907518" cy="188354"/>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2" name="任意形状 11"/>
            <p:cNvSpPr/>
            <p:nvPr userDrawn="1"/>
          </p:nvSpPr>
          <p:spPr>
            <a:xfrm rot="9000000">
              <a:off x="-7545179" y="7821760"/>
              <a:ext cx="10040430" cy="273782"/>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grpSp>
      <p:grpSp>
        <p:nvGrpSpPr>
          <p:cNvPr id="16" name="组 15"/>
          <p:cNvGrpSpPr/>
          <p:nvPr userDrawn="1"/>
        </p:nvGrpSpPr>
        <p:grpSpPr>
          <a:xfrm rot="10800000">
            <a:off x="3171601" y="-8548754"/>
            <a:ext cx="33439448" cy="11298060"/>
            <a:chOff x="-28468889" y="4244143"/>
            <a:chExt cx="37770058" cy="12761227"/>
          </a:xfrm>
        </p:grpSpPr>
        <p:sp>
          <p:nvSpPr>
            <p:cNvPr id="20" name="任意形状 19"/>
            <p:cNvSpPr/>
            <p:nvPr userDrawn="1"/>
          </p:nvSpPr>
          <p:spPr>
            <a:xfrm rot="9000000">
              <a:off x="-18461710" y="7608984"/>
              <a:ext cx="27762879" cy="3526635"/>
            </a:xfrm>
            <a:custGeom>
              <a:avLst/>
              <a:gdLst>
                <a:gd name="connsiteX0" fmla="*/ 298449 w 4699001"/>
                <a:gd name="connsiteY0" fmla="*/ 0 h 596900"/>
                <a:gd name="connsiteX1" fmla="*/ 298450 w 4699001"/>
                <a:gd name="connsiteY1" fmla="*/ 0 h 596900"/>
                <a:gd name="connsiteX2" fmla="*/ 4699001 w 4699001"/>
                <a:gd name="connsiteY2" fmla="*/ 0 h 596900"/>
                <a:gd name="connsiteX3" fmla="*/ 4699001 w 4699001"/>
                <a:gd name="connsiteY3" fmla="*/ 596899 h 596900"/>
                <a:gd name="connsiteX4" fmla="*/ 298460 w 4699001"/>
                <a:gd name="connsiteY4" fmla="*/ 596899 h 596900"/>
                <a:gd name="connsiteX5" fmla="*/ 298450 w 4699001"/>
                <a:gd name="connsiteY5" fmla="*/ 596900 h 596900"/>
                <a:gd name="connsiteX6" fmla="*/ 0 w 4699001"/>
                <a:gd name="connsiteY6" fmla="*/ 298450 h 596900"/>
                <a:gd name="connsiteX7" fmla="*/ 238302 w 4699001"/>
                <a:gd name="connsiteY7" fmla="*/ 6064 h 596900"/>
                <a:gd name="connsiteX8" fmla="*/ 298449 w 4699001"/>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9001" h="596900">
                  <a:moveTo>
                    <a:pt x="298449" y="0"/>
                  </a:moveTo>
                  <a:lnTo>
                    <a:pt x="298450" y="0"/>
                  </a:lnTo>
                  <a:lnTo>
                    <a:pt x="4699001" y="0"/>
                  </a:lnTo>
                  <a:lnTo>
                    <a:pt x="4699001" y="596899"/>
                  </a:lnTo>
                  <a:lnTo>
                    <a:pt x="298460" y="596899"/>
                  </a:lnTo>
                  <a:lnTo>
                    <a:pt x="298450" y="596900"/>
                  </a:lnTo>
                  <a:cubicBezTo>
                    <a:pt x="133621" y="596900"/>
                    <a:pt x="0" y="463279"/>
                    <a:pt x="0" y="298450"/>
                  </a:cubicBezTo>
                  <a:cubicBezTo>
                    <a:pt x="0" y="154225"/>
                    <a:pt x="102304" y="33893"/>
                    <a:pt x="238302" y="6064"/>
                  </a:cubicBezTo>
                  <a:lnTo>
                    <a:pt x="298449" y="0"/>
                  </a:lnTo>
                  <a:close/>
                </a:path>
              </a:pathLst>
            </a:custGeom>
            <a:gradFill flip="none" rotWithShape="1">
              <a:gsLst>
                <a:gs pos="0">
                  <a:schemeClr val="bg1"/>
                </a:gs>
                <a:gs pos="85000">
                  <a:schemeClr val="bg1">
                    <a:alpha val="50000"/>
                  </a:schemeClr>
                </a:gs>
                <a:gs pos="21000">
                  <a:schemeClr val="bg1">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7" name="任意形状 16"/>
            <p:cNvSpPr/>
            <p:nvPr userDrawn="1"/>
          </p:nvSpPr>
          <p:spPr>
            <a:xfrm rot="9000000">
              <a:off x="-28468889" y="14409047"/>
              <a:ext cx="36403800" cy="2596323"/>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alpha val="50000"/>
                  </a:schemeClr>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8" name="任意形状 17"/>
            <p:cNvSpPr/>
            <p:nvPr userDrawn="1"/>
          </p:nvSpPr>
          <p:spPr>
            <a:xfrm rot="9000000">
              <a:off x="-3966283" y="4244143"/>
              <a:ext cx="5636687" cy="402009"/>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bg1">
                    <a:alpha val="50000"/>
                  </a:schemeClr>
                </a:gs>
                <a:gs pos="85000">
                  <a:schemeClr val="bg1">
                    <a:alpha val="50000"/>
                  </a:schemeClr>
                </a:gs>
                <a:gs pos="23000">
                  <a:schemeClr val="bg1">
                    <a:alpha val="5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任意形状 18"/>
            <p:cNvSpPr/>
            <p:nvPr userDrawn="1"/>
          </p:nvSpPr>
          <p:spPr>
            <a:xfrm rot="9000000">
              <a:off x="-10334592" y="6892697"/>
              <a:ext cx="12857760" cy="917017"/>
            </a:xfrm>
            <a:custGeom>
              <a:avLst/>
              <a:gdLst>
                <a:gd name="connsiteX0" fmla="*/ 298448 w 8369299"/>
                <a:gd name="connsiteY0" fmla="*/ 0 h 596900"/>
                <a:gd name="connsiteX1" fmla="*/ 298450 w 8369299"/>
                <a:gd name="connsiteY1" fmla="*/ 0 h 596900"/>
                <a:gd name="connsiteX2" fmla="*/ 8369299 w 8369299"/>
                <a:gd name="connsiteY2" fmla="*/ 0 h 596900"/>
                <a:gd name="connsiteX3" fmla="*/ 8369299 w 8369299"/>
                <a:gd name="connsiteY3" fmla="*/ 596899 h 596900"/>
                <a:gd name="connsiteX4" fmla="*/ 298460 w 8369299"/>
                <a:gd name="connsiteY4" fmla="*/ 596899 h 596900"/>
                <a:gd name="connsiteX5" fmla="*/ 298450 w 8369299"/>
                <a:gd name="connsiteY5" fmla="*/ 596900 h 596900"/>
                <a:gd name="connsiteX6" fmla="*/ 0 w 8369299"/>
                <a:gd name="connsiteY6" fmla="*/ 298450 h 596900"/>
                <a:gd name="connsiteX7" fmla="*/ 238302 w 8369299"/>
                <a:gd name="connsiteY7" fmla="*/ 6064 h 596900"/>
                <a:gd name="connsiteX8" fmla="*/ 298448 w 836929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69299" h="596900">
                  <a:moveTo>
                    <a:pt x="298448" y="0"/>
                  </a:moveTo>
                  <a:lnTo>
                    <a:pt x="298450" y="0"/>
                  </a:lnTo>
                  <a:lnTo>
                    <a:pt x="8369299" y="0"/>
                  </a:lnTo>
                  <a:lnTo>
                    <a:pt x="8369299" y="596899"/>
                  </a:lnTo>
                  <a:lnTo>
                    <a:pt x="298460" y="596899"/>
                  </a:lnTo>
                  <a:lnTo>
                    <a:pt x="298450" y="596900"/>
                  </a:lnTo>
                  <a:cubicBezTo>
                    <a:pt x="133621" y="596900"/>
                    <a:pt x="0" y="463279"/>
                    <a:pt x="0" y="298450"/>
                  </a:cubicBezTo>
                  <a:cubicBezTo>
                    <a:pt x="0" y="154225"/>
                    <a:pt x="102304" y="33893"/>
                    <a:pt x="238302" y="6064"/>
                  </a:cubicBezTo>
                  <a:lnTo>
                    <a:pt x="298448"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1" name="任意形状 20"/>
            <p:cNvSpPr/>
            <p:nvPr userDrawn="1"/>
          </p:nvSpPr>
          <p:spPr>
            <a:xfrm rot="9000000">
              <a:off x="-24168838" y="13320081"/>
              <a:ext cx="26665384" cy="727109"/>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2" name="任意形状 21"/>
            <p:cNvSpPr/>
            <p:nvPr userDrawn="1"/>
          </p:nvSpPr>
          <p:spPr>
            <a:xfrm rot="9000000">
              <a:off x="-5607692" y="4350969"/>
              <a:ext cx="6907518" cy="188354"/>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23" name="任意形状 22"/>
            <p:cNvSpPr/>
            <p:nvPr userDrawn="1"/>
          </p:nvSpPr>
          <p:spPr>
            <a:xfrm rot="9000000">
              <a:off x="-7545179" y="7821760"/>
              <a:ext cx="10040430" cy="273782"/>
            </a:xfrm>
            <a:custGeom>
              <a:avLst/>
              <a:gdLst>
                <a:gd name="connsiteX0" fmla="*/ 298447 w 21890179"/>
                <a:gd name="connsiteY0" fmla="*/ 0 h 596900"/>
                <a:gd name="connsiteX1" fmla="*/ 298450 w 21890179"/>
                <a:gd name="connsiteY1" fmla="*/ 0 h 596900"/>
                <a:gd name="connsiteX2" fmla="*/ 21890179 w 21890179"/>
                <a:gd name="connsiteY2" fmla="*/ 0 h 596900"/>
                <a:gd name="connsiteX3" fmla="*/ 21890179 w 21890179"/>
                <a:gd name="connsiteY3" fmla="*/ 596899 h 596900"/>
                <a:gd name="connsiteX4" fmla="*/ 298460 w 21890179"/>
                <a:gd name="connsiteY4" fmla="*/ 596899 h 596900"/>
                <a:gd name="connsiteX5" fmla="*/ 298450 w 21890179"/>
                <a:gd name="connsiteY5" fmla="*/ 596900 h 596900"/>
                <a:gd name="connsiteX6" fmla="*/ 0 w 21890179"/>
                <a:gd name="connsiteY6" fmla="*/ 298450 h 596900"/>
                <a:gd name="connsiteX7" fmla="*/ 238302 w 21890179"/>
                <a:gd name="connsiteY7" fmla="*/ 6063 h 596900"/>
                <a:gd name="connsiteX8" fmla="*/ 298447 w 21890179"/>
                <a:gd name="connsiteY8" fmla="*/ 0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890179" h="596900">
                  <a:moveTo>
                    <a:pt x="298447" y="0"/>
                  </a:moveTo>
                  <a:lnTo>
                    <a:pt x="298450" y="0"/>
                  </a:lnTo>
                  <a:lnTo>
                    <a:pt x="21890179" y="0"/>
                  </a:lnTo>
                  <a:lnTo>
                    <a:pt x="21890179" y="596899"/>
                  </a:lnTo>
                  <a:lnTo>
                    <a:pt x="298460" y="596899"/>
                  </a:lnTo>
                  <a:lnTo>
                    <a:pt x="298450" y="596900"/>
                  </a:lnTo>
                  <a:cubicBezTo>
                    <a:pt x="133621" y="596900"/>
                    <a:pt x="0" y="463279"/>
                    <a:pt x="0" y="298450"/>
                  </a:cubicBezTo>
                  <a:cubicBezTo>
                    <a:pt x="0" y="154225"/>
                    <a:pt x="102304" y="33893"/>
                    <a:pt x="238302" y="6063"/>
                  </a:cubicBezTo>
                  <a:lnTo>
                    <a:pt x="298447" y="0"/>
                  </a:lnTo>
                  <a:close/>
                </a:path>
              </a:pathLst>
            </a:custGeom>
            <a:gradFill flip="none" rotWithShape="1">
              <a:gsLst>
                <a:gs pos="0">
                  <a:schemeClr val="accent1"/>
                </a:gs>
                <a:gs pos="85000">
                  <a:schemeClr val="bg1">
                    <a:alpha val="50000"/>
                  </a:schemeClr>
                </a:gs>
                <a:gs pos="23000">
                  <a:schemeClr val="accent1">
                    <a:lumMod val="97000"/>
                    <a:lumOff val="3000"/>
                    <a:alpha val="40000"/>
                  </a:schemeClr>
                </a:gs>
                <a:gs pos="100000">
                  <a:schemeClr val="bg1">
                    <a:alpha val="5000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grpSp>
      <p:sp>
        <p:nvSpPr>
          <p:cNvPr id="24" name="文本占位符 7"/>
          <p:cNvSpPr>
            <a:spLocks noGrp="1"/>
          </p:cNvSpPr>
          <p:nvPr>
            <p:ph type="body" sz="quarter" idx="10" hasCustomPrompt="1"/>
          </p:nvPr>
        </p:nvSpPr>
        <p:spPr>
          <a:xfrm>
            <a:off x="4788705" y="1905868"/>
            <a:ext cx="3154780" cy="3800164"/>
          </a:xfrm>
          <a:prstGeom prst="rect">
            <a:avLst/>
          </a:prstGeom>
          <a:ln w="12700" cmpd="sng">
            <a:noFill/>
          </a:ln>
        </p:spPr>
        <p:txBody>
          <a:bodyPr vert="horz" anchor="ctr"/>
          <a:lstStyle>
            <a:lvl1pPr marL="0" indent="0" algn="l">
              <a:buNone/>
              <a:defRPr sz="18000" b="1">
                <a:solidFill>
                  <a:schemeClr val="accent1"/>
                </a:solidFill>
                <a:latin typeface="Microsoft YaHei" charset="0"/>
                <a:ea typeface="Microsoft YaHei" charset="0"/>
                <a:cs typeface="Microsoft YaHei" charset="0"/>
              </a:defRPr>
            </a:lvl1pPr>
          </a:lstStyle>
          <a:p>
            <a:pPr lvl="0"/>
            <a:r>
              <a:rPr kumimoji="1" lang="en-US" altLang="zh-CN"/>
              <a:t>00</a:t>
            </a:r>
            <a:endParaRPr kumimoji="1" lang="zh-CN" altLang="en-US" dirty="0"/>
          </a:p>
        </p:txBody>
      </p:sp>
      <p:sp>
        <p:nvSpPr>
          <p:cNvPr id="25" name="文本占位符 6"/>
          <p:cNvSpPr>
            <a:spLocks noGrp="1"/>
          </p:cNvSpPr>
          <p:nvPr>
            <p:ph type="body" sz="quarter" idx="13" hasCustomPrompt="1"/>
          </p:nvPr>
        </p:nvSpPr>
        <p:spPr>
          <a:xfrm>
            <a:off x="7939941" y="2758896"/>
            <a:ext cx="3115865" cy="767550"/>
          </a:xfrm>
          <a:prstGeom prst="rect">
            <a:avLst/>
          </a:prstGeom>
        </p:spPr>
        <p:txBody>
          <a:bodyPr anchor="ctr"/>
          <a:lstStyle>
            <a:lvl1pPr marL="0" indent="0" algn="l">
              <a:lnSpc>
                <a:spcPct val="100000"/>
              </a:lnSpc>
              <a:buNone/>
              <a:defRPr sz="3600" b="1">
                <a:solidFill>
                  <a:schemeClr val="accent1"/>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TITLE</a:t>
            </a:r>
            <a:r>
              <a:rPr kumimoji="1" lang="zh-CN" altLang="en-US" dirty="0"/>
              <a:t> </a:t>
            </a:r>
            <a:r>
              <a:rPr kumimoji="1" lang="en-US" altLang="zh-CN" dirty="0"/>
              <a:t>HERE</a:t>
            </a:r>
            <a:endParaRPr kumimoji="1" lang="zh-CN" altLang="en-US" dirty="0"/>
          </a:p>
        </p:txBody>
      </p:sp>
      <p:sp>
        <p:nvSpPr>
          <p:cNvPr id="26" name="文本占位符 6"/>
          <p:cNvSpPr>
            <a:spLocks noGrp="1"/>
          </p:cNvSpPr>
          <p:nvPr>
            <p:ph type="body" sz="quarter" idx="14" hasCustomPrompt="1"/>
          </p:nvPr>
        </p:nvSpPr>
        <p:spPr>
          <a:xfrm>
            <a:off x="7943485" y="3532628"/>
            <a:ext cx="3115865" cy="516325"/>
          </a:xfrm>
          <a:prstGeom prst="rect">
            <a:avLst/>
          </a:prstGeom>
        </p:spPr>
        <p:txBody>
          <a:bodyPr anchor="ctr"/>
          <a:lstStyle>
            <a:lvl1pPr marL="0" indent="0" algn="l">
              <a:lnSpc>
                <a:spcPct val="100000"/>
              </a:lnSpc>
              <a:buNone/>
              <a:defRPr sz="2800" b="0">
                <a:solidFill>
                  <a:schemeClr val="tx1">
                    <a:lumMod val="75000"/>
                    <a:lumOff val="25000"/>
                  </a:schemeClr>
                </a:solidFill>
                <a:latin typeface="Microsoft YaHei" charset="0"/>
                <a:ea typeface="Microsoft YaHei" charset="0"/>
                <a:cs typeface="Microsoft YaHei" charset="0"/>
              </a:defRPr>
            </a:lvl1pPr>
            <a:lvl2pPr algn="ctr">
              <a:defRPr>
                <a:solidFill>
                  <a:schemeClr val="bg1"/>
                </a:solidFill>
                <a:latin typeface="Microsoft YaHei" charset="0"/>
                <a:ea typeface="Microsoft YaHei" charset="0"/>
                <a:cs typeface="Microsoft YaHei" charset="0"/>
              </a:defRPr>
            </a:lvl2pPr>
            <a:lvl3pPr algn="ctr">
              <a:defRPr>
                <a:solidFill>
                  <a:schemeClr val="bg1"/>
                </a:solidFill>
                <a:latin typeface="Microsoft YaHei" charset="0"/>
                <a:ea typeface="Microsoft YaHei" charset="0"/>
                <a:cs typeface="Microsoft YaHei" charset="0"/>
              </a:defRPr>
            </a:lvl3pPr>
            <a:lvl4pPr algn="ctr">
              <a:defRPr>
                <a:solidFill>
                  <a:schemeClr val="bg1"/>
                </a:solidFill>
                <a:latin typeface="Microsoft YaHei" charset="0"/>
                <a:ea typeface="Microsoft YaHei" charset="0"/>
                <a:cs typeface="Microsoft YaHei" charset="0"/>
              </a:defRPr>
            </a:lvl4pPr>
            <a:lvl5pPr algn="ctr">
              <a:defRPr>
                <a:solidFill>
                  <a:schemeClr val="bg1"/>
                </a:solidFill>
                <a:latin typeface="Microsoft YaHei" charset="0"/>
                <a:ea typeface="Microsoft YaHei" charset="0"/>
                <a:cs typeface="Microsoft YaHei" charset="0"/>
              </a:defRPr>
            </a:lvl5pPr>
          </a:lstStyle>
          <a:p>
            <a:pPr lvl="0"/>
            <a:r>
              <a:rPr kumimoji="1" lang="en-US" altLang="zh-CN" dirty="0"/>
              <a:t>TITLE</a:t>
            </a:r>
            <a:r>
              <a:rPr kumimoji="1" lang="zh-CN" altLang="en-US" dirty="0"/>
              <a:t> </a:t>
            </a:r>
            <a:r>
              <a:rPr kumimoji="1" lang="en-US" altLang="zh-CN" dirty="0"/>
              <a:t>HERE</a:t>
            </a:r>
            <a:endParaRPr kumimoji="1" lang="zh-CN" altLang="en-US" dirty="0"/>
          </a:p>
        </p:txBody>
      </p:sp>
    </p:spTree>
    <p:extLst>
      <p:ext uri="{BB962C8B-B14F-4D97-AF65-F5344CB8AC3E}">
        <p14:creationId xmlns:p14="http://schemas.microsoft.com/office/powerpoint/2010/main" val="170774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0699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62361" cy="379656"/>
          </a:xfrm>
          <a:prstGeom prst="rect">
            <a:avLst/>
          </a:prstGeom>
        </p:spPr>
        <p:txBody>
          <a:bodyPr wrap="non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rPr>
              <a:t>标注</a:t>
            </a:r>
          </a:p>
        </p:txBody>
      </p:sp>
      <p:sp>
        <p:nvSpPr>
          <p:cNvPr id="11" name="矩形 10"/>
          <p:cNvSpPr/>
          <p:nvPr userDrawn="1"/>
        </p:nvSpPr>
        <p:spPr>
          <a:xfrm>
            <a:off x="2572589" y="759873"/>
            <a:ext cx="1402001" cy="3453253"/>
          </a:xfrm>
          <a:prstGeom prst="rect">
            <a:avLst/>
          </a:prstGeom>
        </p:spPr>
        <p:txBody>
          <a:bodyPr wrap="square">
            <a:spAutoFit/>
          </a:bodyPr>
          <a:lstStyle/>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字体使用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行距</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背景图片出处</a:t>
            </a: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4239879"/>
          </a:xfrm>
          <a:prstGeom prst="rect">
            <a:avLst/>
          </a:prstGeom>
        </p:spPr>
        <p:txBody>
          <a:bodyPr wrap="square">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英文 </a:t>
            </a:r>
            <a:r>
              <a:rPr kumimoji="0" lang="is-IS" altLang="zh-CN" sz="1400" b="0" i="0" u="none" strike="noStrike" kern="0" cap="none" spc="0" normalizeH="0" baseline="0" noProof="0" dirty="0">
                <a:ln>
                  <a:noFill/>
                </a:ln>
                <a:solidFill>
                  <a:srgbClr val="FFFFFF"/>
                </a:solidFill>
                <a:effectLst/>
                <a:uLnTx/>
                <a:uFillTx/>
                <a:latin typeface="Segoe UI Light"/>
                <a:ea typeface="宋体" panose="02010600030101010101" pitchFamily="2" charset="-122"/>
                <a:cs typeface="Segoe UI Light"/>
              </a:rPr>
              <a:t>Microsoft YaHei</a:t>
            </a:r>
            <a:endParaRPr kumimoji="0" lang="zh-CN" altLang="en-US" sz="1400" b="0" i="0" u="none" strike="noStrike" kern="0" cap="none" spc="0" normalizeH="0" baseline="0" noProof="0" dirty="0">
              <a:ln>
                <a:noFill/>
              </a:ln>
              <a:solidFill>
                <a:srgbClr val="FFFFFF"/>
              </a:solidFill>
              <a:effectLst/>
              <a:uLnTx/>
              <a:uFillTx/>
              <a:latin typeface="Segoe UI Light"/>
              <a:ea typeface="宋体" panose="02010600030101010101" pitchFamily="2" charset="-122"/>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中文 微软雅黑</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正文 </a:t>
            </a:r>
            <a:r>
              <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rPr>
              <a:t>1.3</a:t>
            </a: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FFFFFF"/>
                </a:solidFill>
                <a:effectLst/>
                <a:uLnTx/>
                <a:uFillTx/>
                <a:latin typeface="Segoe UI Light"/>
                <a:ea typeface="微软雅黑"/>
                <a:cs typeface="Segoe UI Light"/>
              </a:rPr>
              <a:t>cn.bing.com</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本网站所提供的任何信息内容（包括但不限于 </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PPT</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模板、</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Word</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文档、</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Excel</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图表、图片素材等）均受</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中华人民共和国著作权法</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信息网络传播权保护条例</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及其他适用的法律法规的保护，未经权利人书面明确授权，信息内容的任何部分</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包括图片或图表</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不得被全部或部分的复制、传播、销售，否则将承担法律责任。</a:t>
            </a: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37032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模板使用技巧1">
    <p:spTree>
      <p:nvGrpSpPr>
        <p:cNvPr id="1" name=""/>
        <p:cNvGrpSpPr/>
        <p:nvPr/>
      </p:nvGrpSpPr>
      <p:grpSpPr>
        <a:xfrm>
          <a:off x="0" y="0"/>
          <a:ext cx="0" cy="0"/>
          <a:chOff x="0" y="0"/>
          <a:chExt cx="0" cy="0"/>
        </a:xfrm>
      </p:grpSpPr>
      <p:sp>
        <p:nvSpPr>
          <p:cNvPr id="4" name="矩形 3"/>
          <p:cNvSpPr/>
          <p:nvPr userDrawn="1"/>
        </p:nvSpPr>
        <p:spPr>
          <a:xfrm>
            <a:off x="440603" y="759873"/>
            <a:ext cx="1713931" cy="369332"/>
          </a:xfrm>
          <a:prstGeom prst="rect">
            <a:avLst/>
          </a:prstGeom>
        </p:spPr>
        <p:txBody>
          <a:bodyPr wrap="non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lumMod val="75000"/>
                    <a:lumOff val="25000"/>
                  </a:prstClr>
                </a:solidFill>
                <a:effectLst/>
                <a:uLnTx/>
                <a:uFillTx/>
                <a:latin typeface="Segoe UI Light"/>
                <a:ea typeface="微软雅黑"/>
                <a:cs typeface="Segoe UI Light"/>
              </a:rPr>
              <a:t>模板使用技巧</a:t>
            </a:r>
            <a:r>
              <a:rPr kumimoji="0" lang="en-US" altLang="zh-CN" sz="1800" b="0" i="0" u="none" strike="noStrike" kern="1200" cap="none" spc="0" normalizeH="0" baseline="0" noProof="0">
                <a:ln>
                  <a:noFill/>
                </a:ln>
                <a:solidFill>
                  <a:prstClr val="black">
                    <a:lumMod val="75000"/>
                    <a:lumOff val="25000"/>
                  </a:prstClr>
                </a:solidFill>
                <a:effectLst/>
                <a:uLnTx/>
                <a:uFillTx/>
                <a:latin typeface="Segoe UI Light"/>
                <a:ea typeface="微软雅黑"/>
                <a:cs typeface="Segoe UI Light"/>
              </a:rPr>
              <a:t> 1</a:t>
            </a:r>
            <a:endParaRPr kumimoji="0" lang="zh-CN" altLang="en-US" sz="1800" b="0" i="0" u="none" strike="noStrike" kern="1200" cap="none" spc="0" normalizeH="0" baseline="0" noProof="0" dirty="0">
              <a:ln>
                <a:noFill/>
              </a:ln>
              <a:solidFill>
                <a:prstClr val="black">
                  <a:lumMod val="75000"/>
                  <a:lumOff val="25000"/>
                </a:prstClr>
              </a:solidFill>
              <a:effectLst/>
              <a:uLnTx/>
              <a:uFillTx/>
              <a:latin typeface="Segoe UI Light"/>
              <a:ea typeface="微软雅黑"/>
              <a:cs typeface="Segoe UI Light"/>
            </a:endParaRPr>
          </a:p>
        </p:txBody>
      </p:sp>
      <p:sp>
        <p:nvSpPr>
          <p:cNvPr id="5" name="矩形 4"/>
          <p:cNvSpPr/>
          <p:nvPr userDrawn="1"/>
        </p:nvSpPr>
        <p:spPr>
          <a:xfrm>
            <a:off x="440603" y="182445"/>
            <a:ext cx="777777" cy="246221"/>
          </a:xfrm>
          <a:prstGeom prst="rect">
            <a:avLst/>
          </a:prstGeom>
        </p:spPr>
        <p:txBody>
          <a:bodyPr wrap="non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black">
                    <a:lumMod val="75000"/>
                    <a:lumOff val="25000"/>
                  </a:prstClr>
                </a:solidFill>
                <a:effectLst/>
                <a:uLnTx/>
                <a:uFillTx/>
                <a:latin typeface="Segoe UI Light"/>
                <a:ea typeface="微软雅黑" charset="0"/>
                <a:cs typeface="Segoe UI Light"/>
              </a:rPr>
              <a:t>OfficePLUS</a:t>
            </a:r>
            <a:endParaRPr kumimoji="0" lang="zh-CN" altLang="en-US" sz="1000" b="0" i="0" u="none" strike="noStrike" kern="1200" cap="none" spc="0" normalizeH="0" baseline="0" noProof="0" dirty="0">
              <a:ln>
                <a:noFill/>
              </a:ln>
              <a:solidFill>
                <a:prstClr val="black">
                  <a:lumMod val="75000"/>
                  <a:lumOff val="25000"/>
                </a:prstClr>
              </a:solidFill>
              <a:effectLst/>
              <a:uLnTx/>
              <a:uFillTx/>
              <a:latin typeface="Segoe UI Light"/>
              <a:ea typeface="微软雅黑" charset="0"/>
              <a:cs typeface="Segoe UI Light"/>
            </a:endParaRPr>
          </a:p>
        </p:txBody>
      </p:sp>
      <p:sp>
        <p:nvSpPr>
          <p:cNvPr id="9" name="文本框 8">
            <a:extLst>
              <a:ext uri="{FF2B5EF4-FFF2-40B4-BE49-F238E27FC236}">
                <a16:creationId xmlns:a16="http://schemas.microsoft.com/office/drawing/2014/main" id="{67B43CCB-1998-4484-B269-9ACB654ACB71}"/>
              </a:ext>
            </a:extLst>
          </p:cNvPr>
          <p:cNvSpPr txBox="1"/>
          <p:nvPr userDrawn="1"/>
        </p:nvSpPr>
        <p:spPr>
          <a:xfrm>
            <a:off x="431800" y="1174234"/>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一键调整模板颜色</a:t>
            </a:r>
            <a:endParaRPr kumimoji="0" lang="en-US" sz="3200" b="1"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pic>
        <p:nvPicPr>
          <p:cNvPr id="10" name="图片 9">
            <a:extLst>
              <a:ext uri="{FF2B5EF4-FFF2-40B4-BE49-F238E27FC236}">
                <a16:creationId xmlns:a16="http://schemas.microsoft.com/office/drawing/2014/main" id="{CF1532F4-AF97-400D-84E6-F00D2B3D35D1}"/>
              </a:ext>
            </a:extLst>
          </p:cNvPr>
          <p:cNvPicPr>
            <a:picLocks noChangeAspect="1"/>
          </p:cNvPicPr>
          <p:nvPr userDrawn="1"/>
        </p:nvPicPr>
        <p:blipFill>
          <a:blip r:embed="rId2"/>
          <a:stretch>
            <a:fillRect/>
          </a:stretch>
        </p:blipFill>
        <p:spPr>
          <a:xfrm>
            <a:off x="431800" y="2138895"/>
            <a:ext cx="5295899" cy="3847021"/>
          </a:xfrm>
          <a:prstGeom prst="rect">
            <a:avLst/>
          </a:prstGeom>
          <a:ln>
            <a:solidFill>
              <a:schemeClr val="bg1">
                <a:lumMod val="65000"/>
              </a:schemeClr>
            </a:solidFill>
          </a:ln>
        </p:spPr>
      </p:pic>
      <p:pic>
        <p:nvPicPr>
          <p:cNvPr id="11" name="图片 10">
            <a:extLst>
              <a:ext uri="{FF2B5EF4-FFF2-40B4-BE49-F238E27FC236}">
                <a16:creationId xmlns:a16="http://schemas.microsoft.com/office/drawing/2014/main" id="{CA7E11C8-4335-45B0-A270-313A25ABC63F}"/>
              </a:ext>
            </a:extLst>
          </p:cNvPr>
          <p:cNvPicPr>
            <a:picLocks noChangeAspect="1"/>
          </p:cNvPicPr>
          <p:nvPr userDrawn="1"/>
        </p:nvPicPr>
        <p:blipFill>
          <a:blip r:embed="rId3"/>
          <a:stretch>
            <a:fillRect/>
          </a:stretch>
        </p:blipFill>
        <p:spPr>
          <a:xfrm>
            <a:off x="6464300" y="2138895"/>
            <a:ext cx="5295900" cy="3847022"/>
          </a:xfrm>
          <a:prstGeom prst="rect">
            <a:avLst/>
          </a:prstGeom>
          <a:ln>
            <a:solidFill>
              <a:schemeClr val="bg1">
                <a:lumMod val="65000"/>
              </a:schemeClr>
            </a:solidFill>
          </a:ln>
        </p:spPr>
      </p:pic>
      <p:sp>
        <p:nvSpPr>
          <p:cNvPr id="12" name="文本框 11">
            <a:extLst>
              <a:ext uri="{FF2B5EF4-FFF2-40B4-BE49-F238E27FC236}">
                <a16:creationId xmlns:a16="http://schemas.microsoft.com/office/drawing/2014/main" id="{45615889-3ACE-4C91-970F-789D759EAC1E}"/>
              </a:ext>
            </a:extLst>
          </p:cNvPr>
          <p:cNvSpPr txBox="1"/>
          <p:nvPr userDrawn="1"/>
        </p:nvSpPr>
        <p:spPr>
          <a:xfrm>
            <a:off x="333477" y="6061002"/>
            <a:ext cx="318388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选择“设计”</a:t>
            </a:r>
            <a:r>
              <a:rPr kumimoji="0" lang="en-US" altLang="zh-CN"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“变体”</a:t>
            </a:r>
            <a:r>
              <a:rPr kumimoji="0" lang="en-US" altLang="zh-CN"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“颜色”；</a:t>
            </a:r>
            <a:endPar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文本框 12">
            <a:extLst>
              <a:ext uri="{FF2B5EF4-FFF2-40B4-BE49-F238E27FC236}">
                <a16:creationId xmlns:a16="http://schemas.microsoft.com/office/drawing/2014/main" id="{CD19D40D-978A-4E04-8450-F6DC61B85399}"/>
              </a:ext>
            </a:extLst>
          </p:cNvPr>
          <p:cNvSpPr txBox="1"/>
          <p:nvPr userDrawn="1"/>
        </p:nvSpPr>
        <p:spPr>
          <a:xfrm>
            <a:off x="6360651" y="6061002"/>
            <a:ext cx="456246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选择你喜欢的颜色搭配，模板一秒调整为你选颜色。</a:t>
            </a:r>
            <a:endPar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4" name="图片 13">
            <a:extLst>
              <a:ext uri="{FF2B5EF4-FFF2-40B4-BE49-F238E27FC236}">
                <a16:creationId xmlns:a16="http://schemas.microsoft.com/office/drawing/2014/main" id="{299860AF-0C43-4649-A586-85D19517B6FC}"/>
              </a:ext>
            </a:extLst>
          </p:cNvPr>
          <p:cNvPicPr>
            <a:picLocks noChangeAspect="1"/>
          </p:cNvPicPr>
          <p:nvPr userDrawn="1"/>
        </p:nvPicPr>
        <p:blipFill>
          <a:blip r:embed="rId4"/>
          <a:stretch>
            <a:fillRect/>
          </a:stretch>
        </p:blipFill>
        <p:spPr>
          <a:xfrm>
            <a:off x="3005928" y="2609333"/>
            <a:ext cx="819667" cy="819667"/>
          </a:xfrm>
          <a:prstGeom prst="rect">
            <a:avLst/>
          </a:prstGeom>
          <a:effectLst>
            <a:outerShdw blurRad="50800" dist="38100" dir="2700000" algn="tl" rotWithShape="0">
              <a:prstClr val="black">
                <a:alpha val="40000"/>
              </a:prstClr>
            </a:outerShdw>
          </a:effectLst>
        </p:spPr>
      </p:pic>
      <p:pic>
        <p:nvPicPr>
          <p:cNvPr id="15" name="图片 14">
            <a:extLst>
              <a:ext uri="{FF2B5EF4-FFF2-40B4-BE49-F238E27FC236}">
                <a16:creationId xmlns:a16="http://schemas.microsoft.com/office/drawing/2014/main" id="{A6130A4D-8EC7-4AC1-B434-55DC69102864}"/>
              </a:ext>
            </a:extLst>
          </p:cNvPr>
          <p:cNvPicPr>
            <a:picLocks noChangeAspect="1"/>
          </p:cNvPicPr>
          <p:nvPr userDrawn="1"/>
        </p:nvPicPr>
        <p:blipFill>
          <a:blip r:embed="rId4"/>
          <a:stretch>
            <a:fillRect/>
          </a:stretch>
        </p:blipFill>
        <p:spPr>
          <a:xfrm>
            <a:off x="10787853" y="4257158"/>
            <a:ext cx="819667" cy="81966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21905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模板使用技巧2">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54DB237-C74A-4BA8-A097-6A053DD3C747}"/>
              </a:ext>
            </a:extLst>
          </p:cNvPr>
          <p:cNvSpPr/>
          <p:nvPr userDrawn="1"/>
        </p:nvSpPr>
        <p:spPr>
          <a:xfrm>
            <a:off x="440603" y="759873"/>
            <a:ext cx="1750800" cy="369332"/>
          </a:xfrm>
          <a:prstGeom prst="rect">
            <a:avLst/>
          </a:prstGeom>
        </p:spPr>
        <p:txBody>
          <a:bodyPr wrap="non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black">
                    <a:lumMod val="75000"/>
                    <a:lumOff val="25000"/>
                  </a:prstClr>
                </a:solidFill>
                <a:effectLst/>
                <a:uLnTx/>
                <a:uFillTx/>
                <a:latin typeface="Segoe UI Light"/>
                <a:ea typeface="微软雅黑"/>
                <a:cs typeface="Segoe UI Light"/>
              </a:rPr>
              <a:t>模板使用技巧</a:t>
            </a:r>
            <a:r>
              <a:rPr kumimoji="0" lang="en-US" altLang="zh-CN" sz="1800" b="0" i="0" u="none" strike="noStrike" kern="1200" cap="none" spc="0" normalizeH="0" baseline="0" noProof="0">
                <a:ln>
                  <a:noFill/>
                </a:ln>
                <a:solidFill>
                  <a:prstClr val="black">
                    <a:lumMod val="75000"/>
                    <a:lumOff val="25000"/>
                  </a:prstClr>
                </a:solidFill>
                <a:effectLst/>
                <a:uLnTx/>
                <a:uFillTx/>
                <a:latin typeface="Segoe UI Light"/>
                <a:ea typeface="微软雅黑"/>
                <a:cs typeface="Segoe UI Light"/>
              </a:rPr>
              <a:t> 2</a:t>
            </a:r>
            <a:endParaRPr kumimoji="0" lang="zh-CN" altLang="en-US" sz="1800" b="0" i="0" u="none" strike="noStrike" kern="1200" cap="none" spc="0" normalizeH="0" baseline="0" noProof="0" dirty="0">
              <a:ln>
                <a:noFill/>
              </a:ln>
              <a:solidFill>
                <a:prstClr val="black">
                  <a:lumMod val="75000"/>
                  <a:lumOff val="25000"/>
                </a:prstClr>
              </a:solidFill>
              <a:effectLst/>
              <a:uLnTx/>
              <a:uFillTx/>
              <a:latin typeface="Segoe UI Light"/>
              <a:ea typeface="微软雅黑"/>
              <a:cs typeface="Segoe UI Light"/>
            </a:endParaRPr>
          </a:p>
        </p:txBody>
      </p:sp>
      <p:sp>
        <p:nvSpPr>
          <p:cNvPr id="4" name="矩形 3">
            <a:extLst>
              <a:ext uri="{FF2B5EF4-FFF2-40B4-BE49-F238E27FC236}">
                <a16:creationId xmlns:a16="http://schemas.microsoft.com/office/drawing/2014/main" id="{4172DAD1-F67C-4AB8-ACEF-004237CB3D3F}"/>
              </a:ext>
            </a:extLst>
          </p:cNvPr>
          <p:cNvSpPr/>
          <p:nvPr userDrawn="1"/>
        </p:nvSpPr>
        <p:spPr>
          <a:xfrm>
            <a:off x="440603" y="182445"/>
            <a:ext cx="777777" cy="246221"/>
          </a:xfrm>
          <a:prstGeom prst="rect">
            <a:avLst/>
          </a:prstGeom>
        </p:spPr>
        <p:txBody>
          <a:bodyPr wrap="none">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cap="none" spc="0" normalizeH="0" baseline="0" noProof="0" dirty="0">
                <a:ln>
                  <a:noFill/>
                </a:ln>
                <a:solidFill>
                  <a:prstClr val="black">
                    <a:lumMod val="75000"/>
                    <a:lumOff val="25000"/>
                  </a:prstClr>
                </a:solidFill>
                <a:effectLst/>
                <a:uLnTx/>
                <a:uFillTx/>
                <a:latin typeface="Segoe UI Light"/>
                <a:ea typeface="微软雅黑" charset="0"/>
                <a:cs typeface="Segoe UI Light"/>
              </a:rPr>
              <a:t>OfficePLUS</a:t>
            </a:r>
            <a:endParaRPr kumimoji="0" lang="zh-CN" altLang="en-US" sz="1000" b="0" i="0" u="none" strike="noStrike" kern="1200" cap="none" spc="0" normalizeH="0" baseline="0" noProof="0" dirty="0">
              <a:ln>
                <a:noFill/>
              </a:ln>
              <a:solidFill>
                <a:prstClr val="black">
                  <a:lumMod val="75000"/>
                  <a:lumOff val="25000"/>
                </a:prstClr>
              </a:solidFill>
              <a:effectLst/>
              <a:uLnTx/>
              <a:uFillTx/>
              <a:latin typeface="Segoe UI Light"/>
              <a:ea typeface="微软雅黑" charset="0"/>
              <a:cs typeface="Segoe UI Light"/>
            </a:endParaRPr>
          </a:p>
        </p:txBody>
      </p:sp>
      <p:pic>
        <p:nvPicPr>
          <p:cNvPr id="5" name="图片 4">
            <a:extLst>
              <a:ext uri="{FF2B5EF4-FFF2-40B4-BE49-F238E27FC236}">
                <a16:creationId xmlns:a16="http://schemas.microsoft.com/office/drawing/2014/main" id="{F300B558-79C0-475E-84A0-11700A36CAB6}"/>
              </a:ext>
            </a:extLst>
          </p:cNvPr>
          <p:cNvPicPr>
            <a:picLocks noChangeAspect="1"/>
          </p:cNvPicPr>
          <p:nvPr userDrawn="1"/>
        </p:nvPicPr>
        <p:blipFill>
          <a:blip r:embed="rId2"/>
          <a:stretch>
            <a:fillRect/>
          </a:stretch>
        </p:blipFill>
        <p:spPr>
          <a:xfrm>
            <a:off x="431800" y="2138895"/>
            <a:ext cx="5295899" cy="3847021"/>
          </a:xfrm>
          <a:prstGeom prst="rect">
            <a:avLst/>
          </a:prstGeom>
          <a:ln>
            <a:solidFill>
              <a:schemeClr val="bg1">
                <a:lumMod val="65000"/>
              </a:schemeClr>
            </a:solidFill>
          </a:ln>
        </p:spPr>
      </p:pic>
      <p:pic>
        <p:nvPicPr>
          <p:cNvPr id="6" name="图片 5">
            <a:extLst>
              <a:ext uri="{FF2B5EF4-FFF2-40B4-BE49-F238E27FC236}">
                <a16:creationId xmlns:a16="http://schemas.microsoft.com/office/drawing/2014/main" id="{ADFDE997-A67B-4FD0-B6AC-78D1EFE63489}"/>
              </a:ext>
            </a:extLst>
          </p:cNvPr>
          <p:cNvPicPr>
            <a:picLocks noChangeAspect="1"/>
          </p:cNvPicPr>
          <p:nvPr userDrawn="1"/>
        </p:nvPicPr>
        <p:blipFill>
          <a:blip r:embed="rId3"/>
          <a:stretch>
            <a:fillRect/>
          </a:stretch>
        </p:blipFill>
        <p:spPr>
          <a:xfrm>
            <a:off x="6464301" y="2138895"/>
            <a:ext cx="5295900" cy="3847022"/>
          </a:xfrm>
          <a:prstGeom prst="rect">
            <a:avLst/>
          </a:prstGeom>
          <a:ln>
            <a:solidFill>
              <a:schemeClr val="bg1">
                <a:lumMod val="65000"/>
              </a:schemeClr>
            </a:solidFill>
          </a:ln>
        </p:spPr>
      </p:pic>
      <p:sp>
        <p:nvSpPr>
          <p:cNvPr id="7" name="文本框 6">
            <a:extLst>
              <a:ext uri="{FF2B5EF4-FFF2-40B4-BE49-F238E27FC236}">
                <a16:creationId xmlns:a16="http://schemas.microsoft.com/office/drawing/2014/main" id="{3E1E676E-E869-48CE-BFB9-1C7FC981B376}"/>
              </a:ext>
            </a:extLst>
          </p:cNvPr>
          <p:cNvSpPr txBox="1"/>
          <p:nvPr userDrawn="1"/>
        </p:nvSpPr>
        <p:spPr>
          <a:xfrm>
            <a:off x="431800" y="1174234"/>
            <a:ext cx="346761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随时添加模板样式</a:t>
            </a:r>
            <a:endParaRPr kumimoji="0" lang="en-US" sz="3200" b="1" i="0" u="none" strike="noStrike" kern="1200" cap="none" spc="0" normalizeH="0" baseline="0" noProof="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7768A42A-9DCD-4784-A3EF-F1D80ADC183F}"/>
              </a:ext>
            </a:extLst>
          </p:cNvPr>
          <p:cNvSpPr txBox="1"/>
          <p:nvPr userDrawn="1"/>
        </p:nvSpPr>
        <p:spPr>
          <a:xfrm>
            <a:off x="333477" y="6061002"/>
            <a:ext cx="3010761"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选择“开始”</a:t>
            </a:r>
            <a:r>
              <a:rPr kumimoji="0" lang="en-US" altLang="zh-CN"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“新建幻灯片”；</a:t>
            </a:r>
            <a:endPar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文本框 8">
            <a:extLst>
              <a:ext uri="{FF2B5EF4-FFF2-40B4-BE49-F238E27FC236}">
                <a16:creationId xmlns:a16="http://schemas.microsoft.com/office/drawing/2014/main" id="{BF8689A3-CABF-445F-829F-6396154A55D1}"/>
              </a:ext>
            </a:extLst>
          </p:cNvPr>
          <p:cNvSpPr txBox="1"/>
          <p:nvPr userDrawn="1"/>
        </p:nvSpPr>
        <p:spPr>
          <a:xfrm>
            <a:off x="6360651" y="6061002"/>
            <a:ext cx="525656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0" lang="zh-CN" alt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选择你需要的页面，如封面页，目录页，副标题页，内容页等</a:t>
            </a:r>
            <a:r>
              <a:rPr kumimoji="0" lang="en-US" altLang="zh-CN"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sz="1200" b="0" i="0" u="none" strike="noStrike" kern="1200" cap="none" spc="1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0" name="图片 9">
            <a:extLst>
              <a:ext uri="{FF2B5EF4-FFF2-40B4-BE49-F238E27FC236}">
                <a16:creationId xmlns:a16="http://schemas.microsoft.com/office/drawing/2014/main" id="{D7C9996A-24BA-4EE9-BA5A-589E1841918D}"/>
              </a:ext>
            </a:extLst>
          </p:cNvPr>
          <p:cNvPicPr>
            <a:picLocks noChangeAspect="1"/>
          </p:cNvPicPr>
          <p:nvPr userDrawn="1"/>
        </p:nvPicPr>
        <p:blipFill>
          <a:blip r:embed="rId4"/>
          <a:stretch>
            <a:fillRect/>
          </a:stretch>
        </p:blipFill>
        <p:spPr>
          <a:xfrm>
            <a:off x="700878" y="2428358"/>
            <a:ext cx="819667" cy="81966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62490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关注服务号">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3BB9638-2D2F-48B1-A8CF-673B237DCC17}"/>
              </a:ext>
            </a:extLst>
          </p:cNvPr>
          <p:cNvSpPr/>
          <p:nvPr userDrawn="1"/>
        </p:nvSpPr>
        <p:spPr>
          <a:xfrm>
            <a:off x="0" y="3429000"/>
            <a:ext cx="12192000" cy="3429000"/>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 name="矩形: 圆角 3">
            <a:extLst>
              <a:ext uri="{FF2B5EF4-FFF2-40B4-BE49-F238E27FC236}">
                <a16:creationId xmlns:a16="http://schemas.microsoft.com/office/drawing/2014/main" id="{120C7C91-35F0-46E5-B511-2314CED2655F}"/>
              </a:ext>
            </a:extLst>
          </p:cNvPr>
          <p:cNvSpPr/>
          <p:nvPr userDrawn="1"/>
        </p:nvSpPr>
        <p:spPr>
          <a:xfrm>
            <a:off x="1079465" y="1527629"/>
            <a:ext cx="3802742" cy="3802742"/>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5" name="图片 4" descr="图片包含 纵横字谜, 文字&#10;&#10;已生成极高可信度的说明">
            <a:extLst>
              <a:ext uri="{FF2B5EF4-FFF2-40B4-BE49-F238E27FC236}">
                <a16:creationId xmlns:a16="http://schemas.microsoft.com/office/drawing/2014/main" id="{25779B21-3BC1-4E47-8650-6B0E785B5142}"/>
              </a:ext>
            </a:extLst>
          </p:cNvPr>
          <p:cNvPicPr>
            <a:picLocks noChangeAspect="1"/>
          </p:cNvPicPr>
          <p:nvPr userDrawn="1"/>
        </p:nvPicPr>
        <p:blipFill>
          <a:blip r:embed="rId2">
            <a:clrChange>
              <a:clrFrom>
                <a:srgbClr val="FFFFFF"/>
              </a:clrFrom>
              <a:clrTo>
                <a:srgbClr val="FFFFFF">
                  <a:alpha val="0"/>
                </a:srgbClr>
              </a:clrTo>
            </a:clrChange>
          </a:blip>
          <a:stretch>
            <a:fillRect/>
          </a:stretch>
        </p:blipFill>
        <p:spPr>
          <a:xfrm>
            <a:off x="1308065" y="1756229"/>
            <a:ext cx="3345542" cy="3345542"/>
          </a:xfrm>
          <a:prstGeom prst="rect">
            <a:avLst/>
          </a:prstGeom>
        </p:spPr>
      </p:pic>
      <p:sp>
        <p:nvSpPr>
          <p:cNvPr id="6" name="文本框 5">
            <a:extLst>
              <a:ext uri="{FF2B5EF4-FFF2-40B4-BE49-F238E27FC236}">
                <a16:creationId xmlns:a16="http://schemas.microsoft.com/office/drawing/2014/main" id="{343024A3-25F7-4B9A-9876-36F35421F6E6}"/>
              </a:ext>
            </a:extLst>
          </p:cNvPr>
          <p:cNvSpPr txBox="1"/>
          <p:nvPr userDrawn="1"/>
        </p:nvSpPr>
        <p:spPr>
          <a:xfrm>
            <a:off x="5239657" y="1566506"/>
            <a:ext cx="6013185" cy="3549241"/>
          </a:xfrm>
          <a:prstGeom prst="rect">
            <a:avLst/>
          </a:prstGeom>
          <a:noFill/>
        </p:spPr>
        <p:txBody>
          <a:bodyPr wrap="none" rtlCol="0">
            <a:spAutoFit/>
          </a:bodyPr>
          <a:lstStyle/>
          <a:p>
            <a:pPr marL="0" marR="0" lvl="0" indent="0" algn="l" defTabSz="914400" rtl="0" eaLnBrk="1" fontAlgn="auto" latinLnBrk="0" hangingPunct="1">
              <a:lnSpc>
                <a:spcPct val="150000"/>
              </a:lnSpc>
              <a:spcBef>
                <a:spcPts val="600"/>
              </a:spcBef>
              <a:spcAft>
                <a:spcPts val="0"/>
              </a:spcAft>
              <a:buClrTx/>
              <a:buSzTx/>
              <a:buFontTx/>
              <a:buNone/>
              <a:tabLst/>
              <a:defRPr/>
            </a:pPr>
            <a:r>
              <a:rPr kumimoji="0" lang="zh-CN" altLang="en-US" sz="3600" b="1"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办公模板更新</a:t>
            </a:r>
            <a:endParaRPr kumimoji="0" lang="en-US" altLang="zh-CN" sz="3600" b="1"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600"/>
              </a:spcBef>
              <a:spcAft>
                <a:spcPts val="0"/>
              </a:spcAft>
              <a:buClrTx/>
              <a:buSzTx/>
              <a:buFontTx/>
              <a:buNone/>
              <a:tabLst/>
              <a:defRPr/>
            </a:pPr>
            <a:r>
              <a:rPr kumimoji="0" lang="zh-CN" altLang="en-US" sz="3600" b="1"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微软</a:t>
            </a:r>
            <a:endParaRPr kumimoji="0" lang="en-US" altLang="zh-CN" sz="3600" b="1" i="0" u="none" strike="noStrike" kern="0" cap="none" spc="0" normalizeH="0" baseline="0" noProof="0">
              <a:ln>
                <a:noFill/>
              </a:ln>
              <a:solidFill>
                <a:prstClr val="black"/>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600"/>
              </a:spcBef>
              <a:spcAft>
                <a:spcPts val="0"/>
              </a:spcAft>
              <a:buClrTx/>
              <a:buSzTx/>
              <a:buFontTx/>
              <a:buNone/>
              <a:tabLst/>
              <a:defRPr/>
            </a:pPr>
            <a:r>
              <a:rPr kumimoji="0" lang="zh-CN" altLang="en-US" sz="36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微信扫码关注</a:t>
            </a:r>
            <a:endParaRPr kumimoji="0" lang="en-US" altLang="zh-CN" sz="36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600"/>
              </a:spcBef>
              <a:spcAft>
                <a:spcPts val="0"/>
              </a:spcAft>
              <a:buClrTx/>
              <a:buSzTx/>
              <a:buFontTx/>
              <a:buNone/>
              <a:tabLst/>
              <a:defRPr/>
            </a:pPr>
            <a:r>
              <a:rPr kumimoji="0" lang="zh-CN" altLang="en-US" sz="36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 微软</a:t>
            </a:r>
            <a:r>
              <a:rPr kumimoji="0" lang="en-US" altLang="zh-CN" sz="36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Office</a:t>
            </a:r>
            <a:r>
              <a:rPr kumimoji="0" lang="zh-CN" altLang="en-US" sz="36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文档 」服务号</a:t>
            </a:r>
            <a:endParaRPr kumimoji="0" lang="en-US" altLang="zh-CN" sz="36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p:txBody>
      </p:sp>
      <p:pic>
        <p:nvPicPr>
          <p:cNvPr id="7" name="图片 6">
            <a:hlinkClick r:id="rId3"/>
            <a:extLst>
              <a:ext uri="{FF2B5EF4-FFF2-40B4-BE49-F238E27FC236}">
                <a16:creationId xmlns:a16="http://schemas.microsoft.com/office/drawing/2014/main" id="{5524D02C-49CE-4D3D-8B89-07CEC3966F49}"/>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extLst>
      <p:ext uri="{BB962C8B-B14F-4D97-AF65-F5344CB8AC3E}">
        <p14:creationId xmlns:p14="http://schemas.microsoft.com/office/powerpoint/2010/main" val="3586624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使用小程序">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3E71CC84-193F-4D28-98D9-17F9952F968C}"/>
              </a:ext>
            </a:extLst>
          </p:cNvPr>
          <p:cNvCxnSpPr/>
          <p:nvPr userDrawn="1"/>
        </p:nvCxnSpPr>
        <p:spPr>
          <a:xfrm>
            <a:off x="0" y="657288"/>
            <a:ext cx="12192000" cy="0"/>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23A9F197-1133-4CEE-860F-85366976D0AC}"/>
              </a:ext>
            </a:extLst>
          </p:cNvPr>
          <p:cNvSpPr/>
          <p:nvPr userDrawn="1"/>
        </p:nvSpPr>
        <p:spPr>
          <a:xfrm>
            <a:off x="0" y="3091547"/>
            <a:ext cx="12192000" cy="3766453"/>
          </a:xfrm>
          <a:prstGeom prst="rect">
            <a:avLst/>
          </a:prstGeom>
          <a:solidFill>
            <a:srgbClr val="E73A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圆角 7">
            <a:extLst>
              <a:ext uri="{FF2B5EF4-FFF2-40B4-BE49-F238E27FC236}">
                <a16:creationId xmlns:a16="http://schemas.microsoft.com/office/drawing/2014/main" id="{AA954438-2CEB-4119-883B-8B9196F98504}"/>
              </a:ext>
            </a:extLst>
          </p:cNvPr>
          <p:cNvSpPr/>
          <p:nvPr userDrawn="1"/>
        </p:nvSpPr>
        <p:spPr>
          <a:xfrm>
            <a:off x="621395"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矩形: 圆角 8">
            <a:extLst>
              <a:ext uri="{FF2B5EF4-FFF2-40B4-BE49-F238E27FC236}">
                <a16:creationId xmlns:a16="http://schemas.microsoft.com/office/drawing/2014/main" id="{4CD1A364-B227-4CFB-9287-6198C6C0443B}"/>
              </a:ext>
            </a:extLst>
          </p:cNvPr>
          <p:cNvSpPr/>
          <p:nvPr userDrawn="1"/>
        </p:nvSpPr>
        <p:spPr>
          <a:xfrm>
            <a:off x="4374467"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文本框 9">
            <a:extLst>
              <a:ext uri="{FF2B5EF4-FFF2-40B4-BE49-F238E27FC236}">
                <a16:creationId xmlns:a16="http://schemas.microsoft.com/office/drawing/2014/main" id="{BEA6AD26-5781-4DAD-8C16-8C73B2C177AD}"/>
              </a:ext>
            </a:extLst>
          </p:cNvPr>
          <p:cNvSpPr txBox="1"/>
          <p:nvPr userDrawn="1"/>
        </p:nvSpPr>
        <p:spPr>
          <a:xfrm>
            <a:off x="1656327" y="286129"/>
            <a:ext cx="8879354" cy="670120"/>
          </a:xfrm>
          <a:prstGeom prst="rect">
            <a:avLst/>
          </a:prstGeom>
          <a:solidFill>
            <a:schemeClr val="bg1"/>
          </a:solidFill>
        </p:spPr>
        <p:txBody>
          <a:bodyPr wrap="none" rtlCol="0">
            <a:spAutoFit/>
          </a:bodyPr>
          <a:lstStyle/>
          <a:p>
            <a:pPr marL="0" marR="0" lvl="0" indent="0" algn="ctr" defTabSz="914400" rtl="0" eaLnBrk="1" fontAlgn="auto" latinLnBrk="0" hangingPunct="1">
              <a:lnSpc>
                <a:spcPct val="130000"/>
              </a:lnSpc>
              <a:spcBef>
                <a:spcPts val="600"/>
              </a:spcBef>
              <a:spcAft>
                <a:spcPts val="0"/>
              </a:spcAft>
              <a:buClrTx/>
              <a:buSzTx/>
              <a:buFontTx/>
              <a:buNone/>
              <a:tabLst/>
              <a:defRPr/>
            </a:pPr>
            <a:r>
              <a:rPr kumimoji="0" lang="zh-CN" altLang="en-US" sz="3200" b="1"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ea"/>
                <a:sym typeface="+mn-lt"/>
              </a:rPr>
              <a:t> 微信扫描小程序码，使用微软移动办公黑科技 </a:t>
            </a:r>
            <a:endParaRPr kumimoji="0" lang="en-US" sz="32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mn-lt"/>
            </a:endParaRPr>
          </a:p>
        </p:txBody>
      </p:sp>
      <p:cxnSp>
        <p:nvCxnSpPr>
          <p:cNvPr id="11" name="直接连接符 10">
            <a:extLst>
              <a:ext uri="{FF2B5EF4-FFF2-40B4-BE49-F238E27FC236}">
                <a16:creationId xmlns:a16="http://schemas.microsoft.com/office/drawing/2014/main" id="{72806FD0-33B9-40F1-B8F9-079524CA002C}"/>
              </a:ext>
            </a:extLst>
          </p:cNvPr>
          <p:cNvCxnSpPr>
            <a:cxnSpLocks/>
          </p:cNvCxnSpPr>
          <p:nvPr userDrawn="1"/>
        </p:nvCxnSpPr>
        <p:spPr>
          <a:xfrm flipH="1">
            <a:off x="1523089"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59FFD7E-3944-43A3-A5DD-D8673483D044}"/>
              </a:ext>
            </a:extLst>
          </p:cNvPr>
          <p:cNvCxnSpPr>
            <a:cxnSpLocks/>
          </p:cNvCxnSpPr>
          <p:nvPr userDrawn="1"/>
        </p:nvCxnSpPr>
        <p:spPr>
          <a:xfrm flipH="1">
            <a:off x="10402443" y="369629"/>
            <a:ext cx="266460" cy="622048"/>
          </a:xfrm>
          <a:prstGeom prst="line">
            <a:avLst/>
          </a:prstGeom>
          <a:ln>
            <a:solidFill>
              <a:srgbClr val="E73A1C"/>
            </a:solidFill>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C76706F4-B20C-489C-ACB9-010EF43FEF70}"/>
              </a:ext>
            </a:extLst>
          </p:cNvPr>
          <p:cNvSpPr/>
          <p:nvPr userDrawn="1"/>
        </p:nvSpPr>
        <p:spPr>
          <a:xfrm>
            <a:off x="8159751" y="1362836"/>
            <a:ext cx="3462340" cy="3462340"/>
          </a:xfrm>
          <a:prstGeom prst="roundRect">
            <a:avLst>
              <a:gd name="adj" fmla="val 559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4" name="图片 13">
            <a:extLst>
              <a:ext uri="{FF2B5EF4-FFF2-40B4-BE49-F238E27FC236}">
                <a16:creationId xmlns:a16="http://schemas.microsoft.com/office/drawing/2014/main" id="{C50F7A0F-4C8A-4DA1-8AA3-1810FF4E70A3}"/>
              </a:ext>
            </a:extLst>
          </p:cNvPr>
          <p:cNvPicPr>
            <a:picLocks noChangeAspect="1"/>
          </p:cNvPicPr>
          <p:nvPr userDrawn="1"/>
        </p:nvPicPr>
        <p:blipFill rotWithShape="1">
          <a:blip r:embed="rId2">
            <a:clrChange>
              <a:clrFrom>
                <a:srgbClr val="FFFFFF"/>
              </a:clrFrom>
              <a:clrTo>
                <a:srgbClr val="FFFFFF">
                  <a:alpha val="0"/>
                </a:srgbClr>
              </a:clrTo>
            </a:clrChange>
          </a:blip>
          <a:srcRect l="13924" t="13924" r="13924" b="13924"/>
          <a:stretch/>
        </p:blipFill>
        <p:spPr>
          <a:xfrm>
            <a:off x="4705130" y="1673081"/>
            <a:ext cx="2743200" cy="2743200"/>
          </a:xfrm>
          <a:prstGeom prst="rect">
            <a:avLst/>
          </a:prstGeom>
        </p:spPr>
      </p:pic>
      <p:pic>
        <p:nvPicPr>
          <p:cNvPr id="15" name="图片 14">
            <a:extLst>
              <a:ext uri="{FF2B5EF4-FFF2-40B4-BE49-F238E27FC236}">
                <a16:creationId xmlns:a16="http://schemas.microsoft.com/office/drawing/2014/main" id="{260AD2DE-F13F-4332-90AE-87C7001EAD9A}"/>
              </a:ext>
            </a:extLst>
          </p:cNvPr>
          <p:cNvPicPr>
            <a:picLocks noChangeAspect="1"/>
          </p:cNvPicPr>
          <p:nvPr userDrawn="1"/>
        </p:nvPicPr>
        <p:blipFill rotWithShape="1">
          <a:blip r:embed="rId3">
            <a:clrChange>
              <a:clrFrom>
                <a:srgbClr val="FFFFFF"/>
              </a:clrFrom>
              <a:clrTo>
                <a:srgbClr val="FFFFFF">
                  <a:alpha val="0"/>
                </a:srgbClr>
              </a:clrTo>
            </a:clrChange>
          </a:blip>
          <a:srcRect l="14439" r="14439"/>
          <a:stretch/>
        </p:blipFill>
        <p:spPr>
          <a:xfrm>
            <a:off x="8519321" y="1673081"/>
            <a:ext cx="2743200" cy="2743200"/>
          </a:xfrm>
          <a:prstGeom prst="rect">
            <a:avLst/>
          </a:prstGeom>
        </p:spPr>
      </p:pic>
      <p:pic>
        <p:nvPicPr>
          <p:cNvPr id="16" name="图片 15">
            <a:extLst>
              <a:ext uri="{FF2B5EF4-FFF2-40B4-BE49-F238E27FC236}">
                <a16:creationId xmlns:a16="http://schemas.microsoft.com/office/drawing/2014/main" id="{19418449-E7C2-4E37-8045-DD4782B12524}"/>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980965" y="1673081"/>
            <a:ext cx="2743200" cy="2743200"/>
          </a:xfrm>
          <a:prstGeom prst="rect">
            <a:avLst/>
          </a:prstGeom>
        </p:spPr>
      </p:pic>
      <p:sp>
        <p:nvSpPr>
          <p:cNvPr id="17" name="文本框 16">
            <a:extLst>
              <a:ext uri="{FF2B5EF4-FFF2-40B4-BE49-F238E27FC236}">
                <a16:creationId xmlns:a16="http://schemas.microsoft.com/office/drawing/2014/main" id="{9A11A6D6-1DBD-4A10-8942-D3DDC4E182E9}"/>
              </a:ext>
            </a:extLst>
          </p:cNvPr>
          <p:cNvSpPr txBox="1"/>
          <p:nvPr userDrawn="1"/>
        </p:nvSpPr>
        <p:spPr>
          <a:xfrm>
            <a:off x="987447" y="5138740"/>
            <a:ext cx="2730235" cy="907428"/>
          </a:xfrm>
          <a:prstGeom prst="rect">
            <a:avLst/>
          </a:prstGeom>
          <a:noFill/>
        </p:spPr>
        <p:txBody>
          <a:bodyPr wrap="none"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2000" b="0" i="0" u="none" strike="noStrike" kern="0" cap="none" spc="0" normalizeH="0" baseline="0" noProof="0">
                <a:ln>
                  <a:noFill/>
                </a:ln>
                <a:solidFill>
                  <a:prstClr val="white">
                    <a:alpha val="77000"/>
                  </a:prst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在微信访问</a:t>
            </a:r>
            <a:r>
              <a:rPr kumimoji="0" lang="en-US" altLang="zh-CN" sz="2000" b="0" i="0" u="none" strike="noStrike" kern="0" cap="none" spc="0" normalizeH="0" baseline="0" noProof="0">
                <a:ln>
                  <a:noFill/>
                </a:ln>
                <a:solidFill>
                  <a:prstClr val="white">
                    <a:alpha val="77000"/>
                  </a:prst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OneDrive</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20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 「 微软</a:t>
            </a:r>
            <a:r>
              <a:rPr kumimoji="0" lang="en-US" altLang="zh-CN" sz="20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Office</a:t>
            </a:r>
            <a:r>
              <a:rPr kumimoji="0" lang="zh-CN" altLang="en-US" sz="20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文档 」</a:t>
            </a:r>
            <a:endParaRPr kumimoji="0" lang="en-US" sz="2000" b="1"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sym typeface="+mn-lt"/>
            </a:endParaRPr>
          </a:p>
        </p:txBody>
      </p:sp>
      <p:sp>
        <p:nvSpPr>
          <p:cNvPr id="18" name="文本框 17">
            <a:extLst>
              <a:ext uri="{FF2B5EF4-FFF2-40B4-BE49-F238E27FC236}">
                <a16:creationId xmlns:a16="http://schemas.microsoft.com/office/drawing/2014/main" id="{6274E825-3465-469E-BD06-097F250CA889}"/>
              </a:ext>
            </a:extLst>
          </p:cNvPr>
          <p:cNvSpPr txBox="1"/>
          <p:nvPr userDrawn="1"/>
        </p:nvSpPr>
        <p:spPr>
          <a:xfrm>
            <a:off x="4862328" y="5138740"/>
            <a:ext cx="2467342" cy="907428"/>
          </a:xfrm>
          <a:prstGeom prst="rect">
            <a:avLst/>
          </a:prstGeom>
          <a:noFill/>
        </p:spPr>
        <p:txBody>
          <a:bodyPr wrap="none"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2000" b="0" i="0" u="none" strike="noStrike" kern="0" cap="none" spc="0" normalizeH="0" baseline="0" noProof="0">
                <a:ln>
                  <a:noFill/>
                </a:ln>
                <a:solidFill>
                  <a:prstClr val="white">
                    <a:alpha val="77000"/>
                  </a:prst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让你的文档会说话</a:t>
            </a:r>
            <a:endParaRPr kumimoji="0" lang="en-US" altLang="zh-CN" sz="2000" b="0" i="0" u="none" strike="noStrike" kern="0" cap="none" spc="0" normalizeH="0" baseline="0" noProof="0">
              <a:ln>
                <a:noFill/>
              </a:ln>
              <a:solidFill>
                <a:prstClr val="white">
                  <a:alpha val="77000"/>
                </a:prst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20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 「 微软听听文档 」</a:t>
            </a:r>
          </a:p>
        </p:txBody>
      </p:sp>
      <p:sp>
        <p:nvSpPr>
          <p:cNvPr id="19" name="文本框 18">
            <a:extLst>
              <a:ext uri="{FF2B5EF4-FFF2-40B4-BE49-F238E27FC236}">
                <a16:creationId xmlns:a16="http://schemas.microsoft.com/office/drawing/2014/main" id="{4EC4AC92-2800-4841-84A3-26E495F2D178}"/>
              </a:ext>
            </a:extLst>
          </p:cNvPr>
          <p:cNvSpPr txBox="1"/>
          <p:nvPr userDrawn="1"/>
        </p:nvSpPr>
        <p:spPr>
          <a:xfrm>
            <a:off x="8644425" y="5138740"/>
            <a:ext cx="2492990" cy="907428"/>
          </a:xfrm>
          <a:prstGeom prst="rect">
            <a:avLst/>
          </a:prstGeom>
          <a:noFill/>
        </p:spPr>
        <p:txBody>
          <a:bodyPr wrap="none"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2000" b="0" i="0" u="none" strike="noStrike" kern="0" cap="none" spc="0" normalizeH="0" baseline="0" noProof="0">
                <a:ln>
                  <a:noFill/>
                </a:ln>
                <a:solidFill>
                  <a:prstClr val="white">
                    <a:alpha val="77000"/>
                  </a:prst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你的文档创作小助手</a:t>
            </a:r>
            <a:endParaRPr kumimoji="0" lang="en-US" altLang="zh-CN" sz="2000" b="0" i="0" u="none" strike="noStrike" kern="0" cap="none" spc="0" normalizeH="0" baseline="0" noProof="0">
              <a:ln>
                <a:noFill/>
              </a:ln>
              <a:solidFill>
                <a:prstClr val="white">
                  <a:alpha val="77000"/>
                </a:prst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endParaRP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zh-CN" altLang="en-US" sz="2000" b="1" i="0" u="none" strike="noStrike" kern="0" cap="none" spc="0" normalizeH="0" baseline="0" noProof="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ea"/>
                <a:sym typeface="+mn-lt"/>
              </a:rPr>
              <a:t> 「 微软小蜜 」</a:t>
            </a:r>
          </a:p>
        </p:txBody>
      </p:sp>
      <p:cxnSp>
        <p:nvCxnSpPr>
          <p:cNvPr id="20" name="直接连接符 19">
            <a:extLst>
              <a:ext uri="{FF2B5EF4-FFF2-40B4-BE49-F238E27FC236}">
                <a16:creationId xmlns:a16="http://schemas.microsoft.com/office/drawing/2014/main" id="{F3D082CA-914B-42B8-A86E-16893B7234C9}"/>
              </a:ext>
            </a:extLst>
          </p:cNvPr>
          <p:cNvCxnSpPr/>
          <p:nvPr userDrawn="1"/>
        </p:nvCxnSpPr>
        <p:spPr>
          <a:xfrm>
            <a:off x="419803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5421E3BB-42AC-4DCD-9031-7215136A1844}"/>
              </a:ext>
            </a:extLst>
          </p:cNvPr>
          <p:cNvCxnSpPr/>
          <p:nvPr userDrawn="1"/>
        </p:nvCxnSpPr>
        <p:spPr>
          <a:xfrm>
            <a:off x="7976215" y="5330650"/>
            <a:ext cx="0" cy="65314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2" name="图片 21">
            <a:hlinkClick r:id="rId5"/>
            <a:extLst>
              <a:ext uri="{FF2B5EF4-FFF2-40B4-BE49-F238E27FC236}">
                <a16:creationId xmlns:a16="http://schemas.microsoft.com/office/drawing/2014/main" id="{46C855E7-2DCA-4970-A954-7CB7F69FADAB}"/>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239657" y="6345797"/>
            <a:ext cx="1712686" cy="226074"/>
          </a:xfrm>
          <a:prstGeom prst="rect">
            <a:avLst/>
          </a:prstGeom>
        </p:spPr>
      </p:pic>
    </p:spTree>
    <p:extLst>
      <p:ext uri="{BB962C8B-B14F-4D97-AF65-F5344CB8AC3E}">
        <p14:creationId xmlns:p14="http://schemas.microsoft.com/office/powerpoint/2010/main" val="3351136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41500"/>
      </p:ext>
    </p:extLst>
  </p:cSld>
  <p:clrMap bg1="lt1" tx1="dk1" bg2="lt2" tx2="dk2" accent1="accent1" accent2="accent2" accent3="accent3" accent4="accent4" accent5="accent5" accent6="accent6" hlink="hlink" folHlink="folHlink"/>
  <p:sldLayoutIdLst>
    <p:sldLayoutId id="2147483687" r:id="rId1"/>
    <p:sldLayoutId id="2147483698" r:id="rId2"/>
    <p:sldLayoutId id="2147483697" r:id="rId3"/>
    <p:sldLayoutId id="2147483699" r:id="rId4"/>
    <p:sldLayoutId id="2147483689" r:id="rId5"/>
    <p:sldLayoutId id="214748368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155782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724980" y="1644771"/>
            <a:ext cx="8161326" cy="767550"/>
          </a:xfrm>
        </p:spPr>
        <p:txBody>
          <a:bodyPr/>
          <a:lstStyle/>
          <a:p>
            <a:r>
              <a:rPr kumimoji="1" lang="zh-CN" altLang="en-US" dirty="0"/>
              <a:t>企业运营系统的设计与实现</a:t>
            </a:r>
          </a:p>
        </p:txBody>
      </p:sp>
      <p:sp>
        <p:nvSpPr>
          <p:cNvPr id="5" name="文本占位符 4"/>
          <p:cNvSpPr>
            <a:spLocks noGrp="1"/>
          </p:cNvSpPr>
          <p:nvPr>
            <p:ph type="body" sz="quarter" idx="19"/>
          </p:nvPr>
        </p:nvSpPr>
        <p:spPr>
          <a:xfrm>
            <a:off x="1099052" y="3250036"/>
            <a:ext cx="5851836" cy="1656320"/>
          </a:xfrm>
        </p:spPr>
        <p:txBody>
          <a:bodyPr/>
          <a:lstStyle/>
          <a:p>
            <a:pPr>
              <a:lnSpc>
                <a:spcPct val="150000"/>
              </a:lnSpc>
            </a:pPr>
            <a:r>
              <a:rPr lang="zh-CN" altLang="en-US" dirty="0">
                <a:solidFill>
                  <a:schemeClr val="tx1">
                    <a:lumMod val="50000"/>
                    <a:lumOff val="50000"/>
                  </a:schemeClr>
                </a:solidFill>
                <a:latin typeface="微软雅黑" charset="0"/>
                <a:ea typeface="微软雅黑" charset="0"/>
              </a:rPr>
              <a:t>指导人：段春笋</a:t>
            </a:r>
          </a:p>
          <a:p>
            <a:pPr>
              <a:lnSpc>
                <a:spcPct val="150000"/>
              </a:lnSpc>
            </a:pPr>
            <a:r>
              <a:rPr lang="zh-CN" altLang="en-US" dirty="0">
                <a:solidFill>
                  <a:schemeClr val="tx1">
                    <a:lumMod val="50000"/>
                    <a:lumOff val="50000"/>
                  </a:schemeClr>
                </a:solidFill>
                <a:latin typeface="微软雅黑" charset="0"/>
                <a:ea typeface="微软雅黑" charset="0"/>
              </a:rPr>
              <a:t>报告人：张振磊</a:t>
            </a:r>
          </a:p>
        </p:txBody>
      </p:sp>
    </p:spTree>
    <p:extLst>
      <p:ext uri="{BB962C8B-B14F-4D97-AF65-F5344CB8AC3E}">
        <p14:creationId xmlns:p14="http://schemas.microsoft.com/office/powerpoint/2010/main" val="2710594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CE39850D-6E00-43F6-ABDD-1BBAF9FCC8E0}"/>
              </a:ext>
            </a:extLst>
          </p:cNvPr>
          <p:cNvSpPr txBox="1"/>
          <p:nvPr/>
        </p:nvSpPr>
        <p:spPr>
          <a:xfrm>
            <a:off x="4911082" y="273404"/>
            <a:ext cx="2441694" cy="886781"/>
          </a:xfrm>
          <a:prstGeom prst="rect">
            <a:avLst/>
          </a:prstGeom>
          <a:noFill/>
        </p:spPr>
        <p:txBody>
          <a:bodyPr wrap="none" rtlCol="0">
            <a:spAutoFit/>
          </a:bodyPr>
          <a:lstStyle/>
          <a:p>
            <a:pPr>
              <a:lnSpc>
                <a:spcPct val="130000"/>
              </a:lnSpc>
              <a:spcBef>
                <a:spcPts val="600"/>
              </a:spcBef>
            </a:pPr>
            <a:r>
              <a:rPr lang="zh-CN" altLang="en-US" sz="4400" kern="0" dirty="0">
                <a:latin typeface="微软雅黑" panose="020B0503020204020204" pitchFamily="34" charset="-122"/>
                <a:ea typeface="微软雅黑" panose="020B0503020204020204" pitchFamily="34" charset="-122"/>
                <a:cs typeface="+mn-ea"/>
                <a:sym typeface="+mn-lt"/>
              </a:rPr>
              <a:t>项目架构</a:t>
            </a:r>
          </a:p>
        </p:txBody>
      </p:sp>
      <p:sp>
        <p:nvSpPr>
          <p:cNvPr id="2" name="矩形 1">
            <a:extLst>
              <a:ext uri="{FF2B5EF4-FFF2-40B4-BE49-F238E27FC236}">
                <a16:creationId xmlns:a16="http://schemas.microsoft.com/office/drawing/2014/main" id="{CC5A7232-531B-4509-B23B-A5F6879CEC00}"/>
              </a:ext>
            </a:extLst>
          </p:cNvPr>
          <p:cNvSpPr/>
          <p:nvPr/>
        </p:nvSpPr>
        <p:spPr>
          <a:xfrm>
            <a:off x="191193" y="2316996"/>
            <a:ext cx="3599412" cy="341350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C658C875-CF51-41CC-8B73-AE1504D65E2E}"/>
              </a:ext>
            </a:extLst>
          </p:cNvPr>
          <p:cNvSpPr txBox="1"/>
          <p:nvPr/>
        </p:nvSpPr>
        <p:spPr>
          <a:xfrm flipH="1">
            <a:off x="1670858" y="1631195"/>
            <a:ext cx="1650077" cy="381258"/>
          </a:xfrm>
          <a:prstGeom prst="rect">
            <a:avLst/>
          </a:prstGeom>
          <a:noFill/>
        </p:spPr>
        <p:txBody>
          <a:bodyPr wrap="square" rtlCol="0">
            <a:spAutoFit/>
          </a:bodyPr>
          <a:lstStyle/>
          <a:p>
            <a:pPr>
              <a:lnSpc>
                <a:spcPct val="130000"/>
              </a:lnSpc>
              <a:spcBef>
                <a:spcPts val="600"/>
              </a:spcBef>
            </a:pPr>
            <a:r>
              <a:rPr lang="zh-CN" altLang="en-US" sz="1600" kern="0" dirty="0">
                <a:latin typeface="微软雅黑" panose="020B0503020204020204" pitchFamily="34" charset="-122"/>
                <a:ea typeface="微软雅黑" panose="020B0503020204020204" pitchFamily="34" charset="-122"/>
                <a:cs typeface="+mn-ea"/>
                <a:sym typeface="+mn-lt"/>
              </a:rPr>
              <a:t>前端</a:t>
            </a:r>
          </a:p>
        </p:txBody>
      </p:sp>
      <p:sp>
        <p:nvSpPr>
          <p:cNvPr id="4" name="文本框 3">
            <a:extLst>
              <a:ext uri="{FF2B5EF4-FFF2-40B4-BE49-F238E27FC236}">
                <a16:creationId xmlns:a16="http://schemas.microsoft.com/office/drawing/2014/main" id="{4A627AC5-143D-4FDB-8B35-0A8E39056F19}"/>
              </a:ext>
            </a:extLst>
          </p:cNvPr>
          <p:cNvSpPr txBox="1"/>
          <p:nvPr/>
        </p:nvSpPr>
        <p:spPr>
          <a:xfrm>
            <a:off x="709697" y="2452513"/>
            <a:ext cx="3002973" cy="308995"/>
          </a:xfrm>
          <a:prstGeom prst="rect">
            <a:avLst/>
          </a:prstGeom>
          <a:noFill/>
        </p:spPr>
        <p:txBody>
          <a:bodyPr wrap="square" rtlCol="0">
            <a:spAutoFit/>
          </a:bodyPr>
          <a:lstStyle/>
          <a:p>
            <a:pPr>
              <a:lnSpc>
                <a:spcPct val="130000"/>
              </a:lnSpc>
              <a:spcBef>
                <a:spcPts val="600"/>
              </a:spcBef>
            </a:pPr>
            <a:r>
              <a:rPr lang="en-US" altLang="zh-CN" sz="1200" kern="0" dirty="0">
                <a:latin typeface="微软雅黑" panose="020B0503020204020204" pitchFamily="34" charset="-122"/>
                <a:ea typeface="微软雅黑" panose="020B0503020204020204" pitchFamily="34" charset="-122"/>
                <a:cs typeface="+mn-ea"/>
                <a:sym typeface="+mn-lt"/>
              </a:rPr>
              <a:t>Vue</a:t>
            </a:r>
            <a:r>
              <a:rPr lang="zh-CN" altLang="en-US" sz="1200" kern="0" dirty="0">
                <a:latin typeface="微软雅黑" panose="020B0503020204020204" pitchFamily="34" charset="-122"/>
                <a:ea typeface="微软雅黑" panose="020B0503020204020204" pitchFamily="34" charset="-122"/>
                <a:cs typeface="+mn-ea"/>
                <a:sym typeface="+mn-lt"/>
              </a:rPr>
              <a:t>，</a:t>
            </a:r>
            <a:r>
              <a:rPr lang="en-US" altLang="zh-CN" sz="1200" kern="0" dirty="0" err="1">
                <a:latin typeface="微软雅黑" panose="020B0503020204020204" pitchFamily="34" charset="-122"/>
                <a:ea typeface="微软雅黑" panose="020B0503020204020204" pitchFamily="34" charset="-122"/>
                <a:cs typeface="+mn-ea"/>
                <a:sym typeface="+mn-lt"/>
              </a:rPr>
              <a:t>Vuex</a:t>
            </a:r>
            <a:r>
              <a:rPr lang="zh-CN" altLang="en-US" sz="1200" kern="0" dirty="0">
                <a:latin typeface="微软雅黑" panose="020B0503020204020204" pitchFamily="34" charset="-122"/>
                <a:ea typeface="微软雅黑" panose="020B0503020204020204" pitchFamily="34" charset="-122"/>
                <a:cs typeface="+mn-ea"/>
                <a:sym typeface="+mn-lt"/>
              </a:rPr>
              <a:t>，</a:t>
            </a:r>
            <a:r>
              <a:rPr lang="en-US" altLang="zh-CN" sz="1200" kern="0" dirty="0">
                <a:latin typeface="微软雅黑" panose="020B0503020204020204" pitchFamily="34" charset="-122"/>
                <a:ea typeface="微软雅黑" panose="020B0503020204020204" pitchFamily="34" charset="-122"/>
                <a:cs typeface="+mn-ea"/>
                <a:sym typeface="+mn-lt"/>
              </a:rPr>
              <a:t>Vue Router</a:t>
            </a:r>
            <a:r>
              <a:rPr lang="zh-CN" altLang="en-US" sz="1200" kern="0" dirty="0">
                <a:latin typeface="微软雅黑" panose="020B0503020204020204" pitchFamily="34" charset="-122"/>
                <a:ea typeface="微软雅黑" panose="020B0503020204020204" pitchFamily="34" charset="-122"/>
                <a:cs typeface="+mn-ea"/>
                <a:sym typeface="+mn-lt"/>
              </a:rPr>
              <a:t>，</a:t>
            </a:r>
            <a:r>
              <a:rPr lang="en-US" altLang="zh-CN" sz="1200" kern="0" dirty="0" err="1">
                <a:latin typeface="微软雅黑" panose="020B0503020204020204" pitchFamily="34" charset="-122"/>
                <a:ea typeface="微软雅黑" panose="020B0503020204020204" pitchFamily="34" charset="-122"/>
                <a:cs typeface="+mn-ea"/>
                <a:sym typeface="+mn-lt"/>
              </a:rPr>
              <a:t>Axios</a:t>
            </a:r>
            <a:endParaRPr lang="zh-CN" altLang="en-US" sz="1200" kern="0" dirty="0">
              <a:latin typeface="微软雅黑" panose="020B0503020204020204" pitchFamily="34" charset="-122"/>
              <a:ea typeface="微软雅黑" panose="020B0503020204020204" pitchFamily="34" charset="-122"/>
              <a:cs typeface="+mn-ea"/>
              <a:sym typeface="+mn-lt"/>
            </a:endParaRPr>
          </a:p>
        </p:txBody>
      </p:sp>
      <p:sp>
        <p:nvSpPr>
          <p:cNvPr id="5" name="椭圆 4">
            <a:extLst>
              <a:ext uri="{FF2B5EF4-FFF2-40B4-BE49-F238E27FC236}">
                <a16:creationId xmlns:a16="http://schemas.microsoft.com/office/drawing/2014/main" id="{81260A6D-0515-40A5-938D-73DEC9647C81}"/>
              </a:ext>
            </a:extLst>
          </p:cNvPr>
          <p:cNvSpPr/>
          <p:nvPr/>
        </p:nvSpPr>
        <p:spPr>
          <a:xfrm>
            <a:off x="711775" y="3209138"/>
            <a:ext cx="2487584" cy="7398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200" dirty="0">
                <a:latin typeface="微软雅黑" panose="020B0503020204020204" pitchFamily="34" charset="-122"/>
                <a:ea typeface="微软雅黑" panose="020B0503020204020204" pitchFamily="34" charset="-122"/>
              </a:rPr>
              <a:t>用户视图</a:t>
            </a:r>
          </a:p>
        </p:txBody>
      </p:sp>
      <p:sp>
        <p:nvSpPr>
          <p:cNvPr id="8" name="椭圆 7">
            <a:extLst>
              <a:ext uri="{FF2B5EF4-FFF2-40B4-BE49-F238E27FC236}">
                <a16:creationId xmlns:a16="http://schemas.microsoft.com/office/drawing/2014/main" id="{E6D09514-DA25-4ADE-B2D4-8500F8FAE19A}"/>
              </a:ext>
            </a:extLst>
          </p:cNvPr>
          <p:cNvSpPr/>
          <p:nvPr/>
        </p:nvSpPr>
        <p:spPr>
          <a:xfrm>
            <a:off x="711775" y="4396600"/>
            <a:ext cx="2487584" cy="7398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200" dirty="0">
                <a:latin typeface="微软雅黑" panose="020B0503020204020204" pitchFamily="34" charset="-122"/>
                <a:ea typeface="微软雅黑" panose="020B0503020204020204" pitchFamily="34" charset="-122"/>
              </a:rPr>
              <a:t>管理员视图</a:t>
            </a:r>
          </a:p>
        </p:txBody>
      </p:sp>
      <p:sp>
        <p:nvSpPr>
          <p:cNvPr id="7" name="文本框 6">
            <a:extLst>
              <a:ext uri="{FF2B5EF4-FFF2-40B4-BE49-F238E27FC236}">
                <a16:creationId xmlns:a16="http://schemas.microsoft.com/office/drawing/2014/main" id="{F90E4246-FA6B-4F84-886E-E9AAFEBF520D}"/>
              </a:ext>
            </a:extLst>
          </p:cNvPr>
          <p:cNvSpPr txBox="1"/>
          <p:nvPr/>
        </p:nvSpPr>
        <p:spPr>
          <a:xfrm>
            <a:off x="5834412" y="1631195"/>
            <a:ext cx="595035" cy="381258"/>
          </a:xfrm>
          <a:prstGeom prst="rect">
            <a:avLst/>
          </a:prstGeom>
          <a:noFill/>
        </p:spPr>
        <p:txBody>
          <a:bodyPr wrap="none" rtlCol="0">
            <a:spAutoFit/>
          </a:bodyPr>
          <a:lstStyle/>
          <a:p>
            <a:pPr>
              <a:lnSpc>
                <a:spcPct val="130000"/>
              </a:lnSpc>
              <a:spcBef>
                <a:spcPts val="600"/>
              </a:spcBef>
            </a:pPr>
            <a:r>
              <a:rPr lang="zh-CN" altLang="en-US" sz="1600" kern="0" dirty="0">
                <a:latin typeface="微软雅黑" panose="020B0503020204020204" pitchFamily="34" charset="-122"/>
                <a:ea typeface="微软雅黑" panose="020B0503020204020204" pitchFamily="34" charset="-122"/>
                <a:cs typeface="+mn-ea"/>
                <a:sym typeface="+mn-lt"/>
              </a:rPr>
              <a:t>后端</a:t>
            </a:r>
          </a:p>
        </p:txBody>
      </p:sp>
      <p:sp>
        <p:nvSpPr>
          <p:cNvPr id="11" name="矩形 10">
            <a:extLst>
              <a:ext uri="{FF2B5EF4-FFF2-40B4-BE49-F238E27FC236}">
                <a16:creationId xmlns:a16="http://schemas.microsoft.com/office/drawing/2014/main" id="{F4DD74CA-E2B2-4032-B282-188EDA938D15}"/>
              </a:ext>
            </a:extLst>
          </p:cNvPr>
          <p:cNvSpPr/>
          <p:nvPr/>
        </p:nvSpPr>
        <p:spPr>
          <a:xfrm>
            <a:off x="4332223" y="2285428"/>
            <a:ext cx="3599412" cy="341350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FF99674A-7F0E-4880-BE46-E1A1402225EE}"/>
              </a:ext>
            </a:extLst>
          </p:cNvPr>
          <p:cNvSpPr txBox="1"/>
          <p:nvPr/>
        </p:nvSpPr>
        <p:spPr>
          <a:xfrm>
            <a:off x="4854633" y="2452513"/>
            <a:ext cx="2618508" cy="308995"/>
          </a:xfrm>
          <a:prstGeom prst="rect">
            <a:avLst/>
          </a:prstGeom>
          <a:noFill/>
        </p:spPr>
        <p:txBody>
          <a:bodyPr wrap="square" rtlCol="0">
            <a:spAutoFit/>
          </a:bodyPr>
          <a:lstStyle/>
          <a:p>
            <a:pPr>
              <a:lnSpc>
                <a:spcPct val="130000"/>
              </a:lnSpc>
              <a:spcBef>
                <a:spcPts val="600"/>
              </a:spcBef>
            </a:pPr>
            <a:r>
              <a:rPr lang="en-US" altLang="zh-CN" sz="1200" kern="0" dirty="0">
                <a:latin typeface="微软雅黑" panose="020B0503020204020204" pitchFamily="34" charset="-122"/>
                <a:ea typeface="微软雅黑" panose="020B0503020204020204" pitchFamily="34" charset="-122"/>
                <a:cs typeface="+mn-ea"/>
                <a:sym typeface="+mn-lt"/>
              </a:rPr>
              <a:t>Koa</a:t>
            </a:r>
            <a:r>
              <a:rPr lang="zh-CN" altLang="en-US" sz="1200" kern="0" dirty="0">
                <a:latin typeface="微软雅黑" panose="020B0503020204020204" pitchFamily="34" charset="-122"/>
                <a:ea typeface="微软雅黑" panose="020B0503020204020204" pitchFamily="34" charset="-122"/>
                <a:cs typeface="+mn-ea"/>
                <a:sym typeface="+mn-lt"/>
              </a:rPr>
              <a:t>，</a:t>
            </a:r>
            <a:r>
              <a:rPr lang="en-US" altLang="zh-CN" sz="1200" kern="0" dirty="0">
                <a:latin typeface="微软雅黑" panose="020B0503020204020204" pitchFamily="34" charset="-122"/>
                <a:ea typeface="微软雅黑" panose="020B0503020204020204" pitchFamily="34" charset="-122"/>
                <a:cs typeface="+mn-ea"/>
                <a:sym typeface="+mn-lt"/>
              </a:rPr>
              <a:t>mongoose</a:t>
            </a:r>
            <a:r>
              <a:rPr lang="zh-CN" altLang="en-US" sz="1200" kern="0" dirty="0">
                <a:latin typeface="微软雅黑" panose="020B0503020204020204" pitchFamily="34" charset="-122"/>
                <a:ea typeface="微软雅黑" panose="020B0503020204020204" pitchFamily="34" charset="-122"/>
                <a:cs typeface="+mn-ea"/>
                <a:sym typeface="+mn-lt"/>
              </a:rPr>
              <a:t>，</a:t>
            </a:r>
            <a:r>
              <a:rPr lang="en-US" altLang="zh-CN" sz="1200" kern="0" dirty="0" err="1">
                <a:latin typeface="微软雅黑" panose="020B0503020204020204" pitchFamily="34" charset="-122"/>
                <a:ea typeface="微软雅黑" panose="020B0503020204020204" pitchFamily="34" charset="-122"/>
                <a:cs typeface="+mn-ea"/>
                <a:sym typeface="+mn-lt"/>
              </a:rPr>
              <a:t>MinIO</a:t>
            </a:r>
            <a:r>
              <a:rPr lang="en-US" altLang="zh-CN" sz="1200" kern="0" dirty="0">
                <a:latin typeface="微软雅黑" panose="020B0503020204020204" pitchFamily="34" charset="-122"/>
                <a:ea typeface="微软雅黑" panose="020B0503020204020204" pitchFamily="34" charset="-122"/>
                <a:cs typeface="+mn-ea"/>
                <a:sym typeface="+mn-lt"/>
              </a:rPr>
              <a:t> Client</a:t>
            </a:r>
            <a:endParaRPr lang="zh-CN" altLang="en-US" sz="1200" kern="0" dirty="0">
              <a:latin typeface="微软雅黑" panose="020B0503020204020204" pitchFamily="34" charset="-122"/>
              <a:ea typeface="微软雅黑" panose="020B0503020204020204" pitchFamily="34" charset="-122"/>
              <a:cs typeface="+mn-ea"/>
              <a:sym typeface="+mn-lt"/>
            </a:endParaRPr>
          </a:p>
        </p:txBody>
      </p:sp>
      <p:sp>
        <p:nvSpPr>
          <p:cNvPr id="10" name="椭圆 9">
            <a:extLst>
              <a:ext uri="{FF2B5EF4-FFF2-40B4-BE49-F238E27FC236}">
                <a16:creationId xmlns:a16="http://schemas.microsoft.com/office/drawing/2014/main" id="{D92FC5FC-8AC4-4295-B707-C34858482B52}"/>
              </a:ext>
            </a:extLst>
          </p:cNvPr>
          <p:cNvSpPr/>
          <p:nvPr/>
        </p:nvSpPr>
        <p:spPr>
          <a:xfrm>
            <a:off x="5664865" y="2806238"/>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200" dirty="0">
                <a:latin typeface="微软雅黑" panose="020B0503020204020204" pitchFamily="34" charset="-122"/>
                <a:ea typeface="微软雅黑" panose="020B0503020204020204" pitchFamily="34" charset="-122"/>
              </a:rPr>
              <a:t>服务注册中心</a:t>
            </a:r>
          </a:p>
        </p:txBody>
      </p:sp>
      <p:sp>
        <p:nvSpPr>
          <p:cNvPr id="15" name="椭圆 14">
            <a:extLst>
              <a:ext uri="{FF2B5EF4-FFF2-40B4-BE49-F238E27FC236}">
                <a16:creationId xmlns:a16="http://schemas.microsoft.com/office/drawing/2014/main" id="{0C063380-2B06-4B40-ACF4-CB870328529C}"/>
              </a:ext>
            </a:extLst>
          </p:cNvPr>
          <p:cNvSpPr/>
          <p:nvPr/>
        </p:nvSpPr>
        <p:spPr>
          <a:xfrm>
            <a:off x="4530576" y="3720638"/>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200" dirty="0">
                <a:latin typeface="微软雅黑" panose="020B0503020204020204" pitchFamily="34" charset="-122"/>
                <a:ea typeface="微软雅黑" panose="020B0503020204020204" pitchFamily="34" charset="-122"/>
              </a:rPr>
              <a:t>资源管理系统</a:t>
            </a:r>
          </a:p>
        </p:txBody>
      </p:sp>
      <p:sp>
        <p:nvSpPr>
          <p:cNvPr id="16" name="椭圆 15">
            <a:extLst>
              <a:ext uri="{FF2B5EF4-FFF2-40B4-BE49-F238E27FC236}">
                <a16:creationId xmlns:a16="http://schemas.microsoft.com/office/drawing/2014/main" id="{97FDCFF3-B8A3-41C4-998A-A84D3F191D4F}"/>
              </a:ext>
            </a:extLst>
          </p:cNvPr>
          <p:cNvSpPr/>
          <p:nvPr/>
        </p:nvSpPr>
        <p:spPr>
          <a:xfrm>
            <a:off x="5663961" y="4635038"/>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200" dirty="0">
                <a:latin typeface="微软雅黑" panose="020B0503020204020204" pitchFamily="34" charset="-122"/>
                <a:ea typeface="微软雅黑" panose="020B0503020204020204" pitchFamily="34" charset="-122"/>
              </a:rPr>
              <a:t>统一鉴权中心</a:t>
            </a:r>
          </a:p>
        </p:txBody>
      </p:sp>
      <p:sp>
        <p:nvSpPr>
          <p:cNvPr id="17" name="椭圆 16">
            <a:extLst>
              <a:ext uri="{FF2B5EF4-FFF2-40B4-BE49-F238E27FC236}">
                <a16:creationId xmlns:a16="http://schemas.microsoft.com/office/drawing/2014/main" id="{FD521660-2408-4B91-A566-4BB1C76C5B66}"/>
              </a:ext>
            </a:extLst>
          </p:cNvPr>
          <p:cNvSpPr/>
          <p:nvPr/>
        </p:nvSpPr>
        <p:spPr>
          <a:xfrm>
            <a:off x="6798250" y="3720638"/>
            <a:ext cx="914400" cy="914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zh-CN" altLang="en-US" sz="1200" dirty="0">
                <a:latin typeface="微软雅黑" panose="020B0503020204020204" pitchFamily="34" charset="-122"/>
                <a:ea typeface="微软雅黑" panose="020B0503020204020204" pitchFamily="34" charset="-122"/>
              </a:rPr>
              <a:t>其他微服务</a:t>
            </a:r>
          </a:p>
        </p:txBody>
      </p:sp>
      <p:sp>
        <p:nvSpPr>
          <p:cNvPr id="19" name="箭头: 右 18">
            <a:extLst>
              <a:ext uri="{FF2B5EF4-FFF2-40B4-BE49-F238E27FC236}">
                <a16:creationId xmlns:a16="http://schemas.microsoft.com/office/drawing/2014/main" id="{511F39F0-5511-4003-AF93-FFB373500FEF}"/>
              </a:ext>
            </a:extLst>
          </p:cNvPr>
          <p:cNvSpPr/>
          <p:nvPr/>
        </p:nvSpPr>
        <p:spPr>
          <a:xfrm>
            <a:off x="3552168" y="3137362"/>
            <a:ext cx="978408" cy="48463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20" name="箭头: 左 19">
            <a:extLst>
              <a:ext uri="{FF2B5EF4-FFF2-40B4-BE49-F238E27FC236}">
                <a16:creationId xmlns:a16="http://schemas.microsoft.com/office/drawing/2014/main" id="{4002D50A-ECF8-4803-A49F-B0941F597457}"/>
              </a:ext>
            </a:extLst>
          </p:cNvPr>
          <p:cNvSpPr/>
          <p:nvPr/>
        </p:nvSpPr>
        <p:spPr>
          <a:xfrm>
            <a:off x="3499754" y="4497185"/>
            <a:ext cx="978408" cy="484632"/>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0035168F-BC56-4BE0-8D10-99A8E10E5164}"/>
              </a:ext>
            </a:extLst>
          </p:cNvPr>
          <p:cNvSpPr txBox="1"/>
          <p:nvPr/>
        </p:nvSpPr>
        <p:spPr>
          <a:xfrm>
            <a:off x="3278003" y="3869320"/>
            <a:ext cx="1337226" cy="308995"/>
          </a:xfrm>
          <a:prstGeom prst="rect">
            <a:avLst/>
          </a:prstGeom>
          <a:noFill/>
        </p:spPr>
        <p:txBody>
          <a:bodyPr wrap="none" rtlCol="0">
            <a:spAutoFit/>
          </a:bodyPr>
          <a:lstStyle/>
          <a:p>
            <a:pPr>
              <a:lnSpc>
                <a:spcPct val="130000"/>
              </a:lnSpc>
              <a:spcBef>
                <a:spcPts val="600"/>
              </a:spcBef>
            </a:pPr>
            <a:r>
              <a:rPr lang="en-US" altLang="zh-CN" sz="1200" kern="0" dirty="0">
                <a:latin typeface="微软雅黑" panose="020B0503020204020204" pitchFamily="34" charset="-122"/>
                <a:ea typeface="微软雅黑" panose="020B0503020204020204" pitchFamily="34" charset="-122"/>
                <a:cs typeface="+mn-ea"/>
                <a:sym typeface="+mn-lt"/>
              </a:rPr>
              <a:t>RESTful API</a:t>
            </a:r>
            <a:r>
              <a:rPr lang="zh-CN" altLang="en-US" sz="1200" kern="0" dirty="0">
                <a:latin typeface="微软雅黑" panose="020B0503020204020204" pitchFamily="34" charset="-122"/>
                <a:ea typeface="微软雅黑" panose="020B0503020204020204" pitchFamily="34" charset="-122"/>
                <a:cs typeface="+mn-ea"/>
                <a:sym typeface="+mn-lt"/>
              </a:rPr>
              <a:t>交互</a:t>
            </a:r>
          </a:p>
        </p:txBody>
      </p:sp>
      <p:sp>
        <p:nvSpPr>
          <p:cNvPr id="22" name="文本框 21">
            <a:extLst>
              <a:ext uri="{FF2B5EF4-FFF2-40B4-BE49-F238E27FC236}">
                <a16:creationId xmlns:a16="http://schemas.microsoft.com/office/drawing/2014/main" id="{AA785E61-E62F-4461-8FDE-B55319FB383E}"/>
              </a:ext>
            </a:extLst>
          </p:cNvPr>
          <p:cNvSpPr txBox="1"/>
          <p:nvPr/>
        </p:nvSpPr>
        <p:spPr>
          <a:xfrm>
            <a:off x="9591856" y="1703458"/>
            <a:ext cx="646331" cy="308995"/>
          </a:xfrm>
          <a:prstGeom prst="rect">
            <a:avLst/>
          </a:prstGeom>
          <a:noFill/>
        </p:spPr>
        <p:txBody>
          <a:bodyPr wrap="none" rtlCol="0">
            <a:spAutoFit/>
          </a:bodyPr>
          <a:lstStyle/>
          <a:p>
            <a:pPr>
              <a:lnSpc>
                <a:spcPct val="130000"/>
              </a:lnSpc>
              <a:spcBef>
                <a:spcPts val="600"/>
              </a:spcBef>
            </a:pPr>
            <a:r>
              <a:rPr lang="zh-CN" altLang="en-US" sz="1200" kern="0" dirty="0">
                <a:latin typeface="微软雅黑" panose="020B0503020204020204" pitchFamily="34" charset="-122"/>
                <a:ea typeface="微软雅黑" panose="020B0503020204020204" pitchFamily="34" charset="-122"/>
                <a:cs typeface="+mn-ea"/>
                <a:sym typeface="+mn-lt"/>
              </a:rPr>
              <a:t>中间件</a:t>
            </a:r>
          </a:p>
        </p:txBody>
      </p:sp>
      <p:sp>
        <p:nvSpPr>
          <p:cNvPr id="23" name="矩形 22">
            <a:extLst>
              <a:ext uri="{FF2B5EF4-FFF2-40B4-BE49-F238E27FC236}">
                <a16:creationId xmlns:a16="http://schemas.microsoft.com/office/drawing/2014/main" id="{F04E759C-CBCA-40A8-9C91-2C7B0BA09DE1}"/>
              </a:ext>
            </a:extLst>
          </p:cNvPr>
          <p:cNvSpPr/>
          <p:nvPr/>
        </p:nvSpPr>
        <p:spPr>
          <a:xfrm>
            <a:off x="8401395" y="2285428"/>
            <a:ext cx="3599412" cy="341350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24" name="矩形: 圆角 23">
            <a:extLst>
              <a:ext uri="{FF2B5EF4-FFF2-40B4-BE49-F238E27FC236}">
                <a16:creationId xmlns:a16="http://schemas.microsoft.com/office/drawing/2014/main" id="{83D18D39-D15B-4F0E-AC11-648874B83C85}"/>
              </a:ext>
            </a:extLst>
          </p:cNvPr>
          <p:cNvSpPr/>
          <p:nvPr/>
        </p:nvSpPr>
        <p:spPr>
          <a:xfrm>
            <a:off x="9065924" y="2607010"/>
            <a:ext cx="2414301" cy="9144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zh-CN" sz="1200" dirty="0">
                <a:latin typeface="微软雅黑" panose="020B0503020204020204" pitchFamily="34" charset="-122"/>
                <a:ea typeface="微软雅黑" panose="020B0503020204020204" pitchFamily="34" charset="-122"/>
              </a:rPr>
              <a:t>MongoDB</a:t>
            </a:r>
            <a:r>
              <a:rPr lang="zh-CN" altLang="en-US" sz="1200" dirty="0">
                <a:latin typeface="微软雅黑" panose="020B0503020204020204" pitchFamily="34" charset="-122"/>
                <a:ea typeface="微软雅黑" panose="020B0503020204020204" pitchFamily="34" charset="-122"/>
              </a:rPr>
              <a:t>：管理文稿数据</a:t>
            </a:r>
          </a:p>
        </p:txBody>
      </p:sp>
      <p:sp>
        <p:nvSpPr>
          <p:cNvPr id="25" name="矩形: 圆角 24">
            <a:extLst>
              <a:ext uri="{FF2B5EF4-FFF2-40B4-BE49-F238E27FC236}">
                <a16:creationId xmlns:a16="http://schemas.microsoft.com/office/drawing/2014/main" id="{1626AADA-C9A3-4198-BBA6-5A1F5BAEBEC2}"/>
              </a:ext>
            </a:extLst>
          </p:cNvPr>
          <p:cNvSpPr/>
          <p:nvPr/>
        </p:nvSpPr>
        <p:spPr>
          <a:xfrm>
            <a:off x="9065922" y="4180402"/>
            <a:ext cx="2414301" cy="9144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lang="en-US" altLang="zh-CN" sz="1200" dirty="0" err="1">
                <a:latin typeface="微软雅黑" panose="020B0503020204020204" pitchFamily="34" charset="-122"/>
                <a:ea typeface="微软雅黑" panose="020B0503020204020204" pitchFamily="34" charset="-122"/>
              </a:rPr>
              <a:t>MinIO</a:t>
            </a:r>
            <a:r>
              <a:rPr lang="zh-CN" altLang="en-US" sz="1200" dirty="0">
                <a:latin typeface="微软雅黑" panose="020B0503020204020204" pitchFamily="34" charset="-122"/>
                <a:ea typeface="微软雅黑" panose="020B0503020204020204" pitchFamily="34" charset="-122"/>
              </a:rPr>
              <a:t>：管理二进制数据</a:t>
            </a:r>
          </a:p>
        </p:txBody>
      </p:sp>
      <p:sp>
        <p:nvSpPr>
          <p:cNvPr id="26" name="箭头: 右 25">
            <a:extLst>
              <a:ext uri="{FF2B5EF4-FFF2-40B4-BE49-F238E27FC236}">
                <a16:creationId xmlns:a16="http://schemas.microsoft.com/office/drawing/2014/main" id="{126B696A-4886-444A-BC6B-0663D5050A2D}"/>
              </a:ext>
            </a:extLst>
          </p:cNvPr>
          <p:cNvSpPr/>
          <p:nvPr/>
        </p:nvSpPr>
        <p:spPr>
          <a:xfrm>
            <a:off x="7755252" y="3137362"/>
            <a:ext cx="978408" cy="48463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27" name="箭头: 左 26">
            <a:extLst>
              <a:ext uri="{FF2B5EF4-FFF2-40B4-BE49-F238E27FC236}">
                <a16:creationId xmlns:a16="http://schemas.microsoft.com/office/drawing/2014/main" id="{6EB1839A-AC9C-4F60-8936-976004A80232}"/>
              </a:ext>
            </a:extLst>
          </p:cNvPr>
          <p:cNvSpPr/>
          <p:nvPr/>
        </p:nvSpPr>
        <p:spPr>
          <a:xfrm>
            <a:off x="7720321" y="4524200"/>
            <a:ext cx="978408" cy="484632"/>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12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B02A1634-0FC8-44A3-97C3-AB9A9B3AC678}"/>
              </a:ext>
            </a:extLst>
          </p:cNvPr>
          <p:cNvSpPr txBox="1"/>
          <p:nvPr/>
        </p:nvSpPr>
        <p:spPr>
          <a:xfrm>
            <a:off x="7702039" y="3720638"/>
            <a:ext cx="1141763" cy="789127"/>
          </a:xfrm>
          <a:prstGeom prst="rect">
            <a:avLst/>
          </a:prstGeom>
          <a:noFill/>
        </p:spPr>
        <p:txBody>
          <a:bodyPr wrap="square" rtlCol="0">
            <a:spAutoFit/>
          </a:bodyPr>
          <a:lstStyle/>
          <a:p>
            <a:pPr>
              <a:lnSpc>
                <a:spcPct val="130000"/>
              </a:lnSpc>
              <a:spcBef>
                <a:spcPts val="600"/>
              </a:spcBef>
            </a:pPr>
            <a:r>
              <a:rPr lang="en-US" altLang="zh-CN" sz="1200" kern="0" dirty="0">
                <a:latin typeface="微软雅黑" panose="020B0503020204020204" pitchFamily="34" charset="-122"/>
                <a:ea typeface="微软雅黑" panose="020B0503020204020204" pitchFamily="34" charset="-122"/>
                <a:cs typeface="+mn-ea"/>
                <a:sym typeface="+mn-lt"/>
              </a:rPr>
              <a:t>Mongoose</a:t>
            </a:r>
            <a:r>
              <a:rPr lang="zh-CN" altLang="en-US" sz="1200" kern="0" dirty="0">
                <a:latin typeface="微软雅黑" panose="020B0503020204020204" pitchFamily="34" charset="-122"/>
                <a:ea typeface="微软雅黑" panose="020B0503020204020204" pitchFamily="34" charset="-122"/>
                <a:cs typeface="+mn-ea"/>
                <a:sym typeface="+mn-lt"/>
              </a:rPr>
              <a:t>，</a:t>
            </a:r>
            <a:r>
              <a:rPr lang="en-US" altLang="zh-CN" sz="1200" kern="0" dirty="0" err="1">
                <a:latin typeface="微软雅黑" panose="020B0503020204020204" pitchFamily="34" charset="-122"/>
                <a:ea typeface="微软雅黑" panose="020B0503020204020204" pitchFamily="34" charset="-122"/>
                <a:cs typeface="+mn-ea"/>
                <a:sym typeface="+mn-lt"/>
              </a:rPr>
              <a:t>MinIOClient</a:t>
            </a:r>
            <a:r>
              <a:rPr lang="zh-CN" altLang="en-US" sz="1200" kern="0" dirty="0">
                <a:latin typeface="微软雅黑" panose="020B0503020204020204" pitchFamily="34" charset="-122"/>
                <a:ea typeface="微软雅黑" panose="020B0503020204020204" pitchFamily="34" charset="-122"/>
                <a:cs typeface="+mn-ea"/>
                <a:sym typeface="+mn-lt"/>
              </a:rPr>
              <a:t>等私有协议</a:t>
            </a:r>
          </a:p>
        </p:txBody>
      </p:sp>
    </p:spTree>
    <p:extLst>
      <p:ext uri="{BB962C8B-B14F-4D97-AF65-F5344CB8AC3E}">
        <p14:creationId xmlns:p14="http://schemas.microsoft.com/office/powerpoint/2010/main" val="150396785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03DAB961-D907-46E2-835D-9CECF028144B}"/>
              </a:ext>
            </a:extLst>
          </p:cNvPr>
          <p:cNvSpPr txBox="1"/>
          <p:nvPr/>
        </p:nvSpPr>
        <p:spPr>
          <a:xfrm>
            <a:off x="2277688" y="2081095"/>
            <a:ext cx="7165744" cy="2336602"/>
          </a:xfrm>
          <a:prstGeom prst="rect">
            <a:avLst/>
          </a:prstGeom>
          <a:noFill/>
        </p:spPr>
        <p:txBody>
          <a:bodyPr wrap="none" rtlCol="0">
            <a:spAutoFit/>
          </a:bodyPr>
          <a:lstStyle/>
          <a:p>
            <a:pPr>
              <a:lnSpc>
                <a:spcPct val="130000"/>
              </a:lnSpc>
              <a:spcBef>
                <a:spcPts val="600"/>
              </a:spcBef>
            </a:pPr>
            <a:r>
              <a:rPr lang="en-US" altLang="zh-CN" sz="3600" kern="0" dirty="0">
                <a:latin typeface="微软雅黑" panose="020B0503020204020204" pitchFamily="34" charset="-122"/>
                <a:ea typeface="微软雅黑" panose="020B0503020204020204" pitchFamily="34" charset="-122"/>
                <a:cs typeface="+mn-ea"/>
                <a:sym typeface="+mn-lt"/>
              </a:rPr>
              <a:t>1. </a:t>
            </a:r>
            <a:r>
              <a:rPr lang="zh-CN" altLang="en-US" sz="3600" kern="0" dirty="0">
                <a:latin typeface="微软雅黑" panose="020B0503020204020204" pitchFamily="34" charset="-122"/>
                <a:ea typeface="微软雅黑" panose="020B0503020204020204" pitchFamily="34" charset="-122"/>
                <a:cs typeface="+mn-ea"/>
                <a:sym typeface="+mn-lt"/>
              </a:rPr>
              <a:t>项目采用前后端分离的模式编写</a:t>
            </a:r>
            <a:endParaRPr lang="en-US" altLang="zh-CN" sz="3600" kern="0" dirty="0">
              <a:latin typeface="微软雅黑" panose="020B0503020204020204" pitchFamily="34" charset="-122"/>
              <a:ea typeface="微软雅黑" panose="020B0503020204020204" pitchFamily="34" charset="-122"/>
              <a:cs typeface="+mn-ea"/>
              <a:sym typeface="+mn-lt"/>
            </a:endParaRPr>
          </a:p>
          <a:p>
            <a:pPr>
              <a:lnSpc>
                <a:spcPct val="130000"/>
              </a:lnSpc>
              <a:spcBef>
                <a:spcPts val="600"/>
              </a:spcBef>
            </a:pPr>
            <a:r>
              <a:rPr lang="en-US" altLang="zh-CN" sz="3600" kern="0" dirty="0">
                <a:latin typeface="微软雅黑" panose="020B0503020204020204" pitchFamily="34" charset="-122"/>
                <a:ea typeface="微软雅黑" panose="020B0503020204020204" pitchFamily="34" charset="-122"/>
                <a:cs typeface="+mn-ea"/>
                <a:sym typeface="+mn-lt"/>
              </a:rPr>
              <a:t>2. </a:t>
            </a:r>
            <a:r>
              <a:rPr lang="zh-CN" altLang="en-US" sz="3600" kern="0" dirty="0">
                <a:latin typeface="微软雅黑" panose="020B0503020204020204" pitchFamily="34" charset="-122"/>
                <a:ea typeface="微软雅黑" panose="020B0503020204020204" pitchFamily="34" charset="-122"/>
                <a:cs typeface="+mn-ea"/>
                <a:sym typeface="+mn-lt"/>
              </a:rPr>
              <a:t>前端采用</a:t>
            </a:r>
            <a:r>
              <a:rPr lang="en-US" altLang="zh-CN" sz="3600" kern="0" dirty="0">
                <a:latin typeface="微软雅黑" panose="020B0503020204020204" pitchFamily="34" charset="-122"/>
                <a:ea typeface="微软雅黑" panose="020B0503020204020204" pitchFamily="34" charset="-122"/>
                <a:cs typeface="+mn-ea"/>
                <a:sym typeface="+mn-lt"/>
              </a:rPr>
              <a:t>Vue</a:t>
            </a:r>
            <a:r>
              <a:rPr lang="zh-CN" altLang="en-US" sz="3600" kern="0" dirty="0">
                <a:latin typeface="微软雅黑" panose="020B0503020204020204" pitchFamily="34" charset="-122"/>
                <a:ea typeface="微软雅黑" panose="020B0503020204020204" pitchFamily="34" charset="-122"/>
                <a:cs typeface="+mn-ea"/>
                <a:sym typeface="+mn-lt"/>
              </a:rPr>
              <a:t>做单页面应用</a:t>
            </a:r>
            <a:endParaRPr lang="en-US" altLang="zh-CN" sz="3600" kern="0" dirty="0">
              <a:latin typeface="微软雅黑" panose="020B0503020204020204" pitchFamily="34" charset="-122"/>
              <a:ea typeface="微软雅黑" panose="020B0503020204020204" pitchFamily="34" charset="-122"/>
              <a:cs typeface="+mn-ea"/>
              <a:sym typeface="+mn-lt"/>
            </a:endParaRPr>
          </a:p>
          <a:p>
            <a:pPr>
              <a:lnSpc>
                <a:spcPct val="130000"/>
              </a:lnSpc>
              <a:spcBef>
                <a:spcPts val="600"/>
              </a:spcBef>
            </a:pPr>
            <a:r>
              <a:rPr lang="en-US" altLang="zh-CN" sz="3600" kern="0" dirty="0">
                <a:latin typeface="微软雅黑" panose="020B0503020204020204" pitchFamily="34" charset="-122"/>
                <a:ea typeface="微软雅黑" panose="020B0503020204020204" pitchFamily="34" charset="-122"/>
                <a:cs typeface="+mn-ea"/>
                <a:sym typeface="+mn-lt"/>
              </a:rPr>
              <a:t>3. </a:t>
            </a:r>
            <a:r>
              <a:rPr lang="zh-CN" altLang="en-US" sz="3600" kern="0" dirty="0">
                <a:latin typeface="微软雅黑" panose="020B0503020204020204" pitchFamily="34" charset="-122"/>
                <a:ea typeface="微软雅黑" panose="020B0503020204020204" pitchFamily="34" charset="-122"/>
                <a:cs typeface="+mn-ea"/>
                <a:sym typeface="+mn-lt"/>
              </a:rPr>
              <a:t>后端使用</a:t>
            </a:r>
            <a:r>
              <a:rPr lang="en-US" altLang="zh-CN" sz="3600" kern="0" dirty="0">
                <a:latin typeface="微软雅黑" panose="020B0503020204020204" pitchFamily="34" charset="-122"/>
                <a:ea typeface="微软雅黑" panose="020B0503020204020204" pitchFamily="34" charset="-122"/>
                <a:cs typeface="+mn-ea"/>
                <a:sym typeface="+mn-lt"/>
              </a:rPr>
              <a:t>NodeJS</a:t>
            </a:r>
            <a:r>
              <a:rPr lang="zh-CN" altLang="en-US" sz="3600" kern="0" dirty="0">
                <a:latin typeface="微软雅黑" panose="020B0503020204020204" pitchFamily="34" charset="-122"/>
                <a:ea typeface="微软雅黑" panose="020B0503020204020204" pitchFamily="34" charset="-122"/>
                <a:cs typeface="+mn-ea"/>
                <a:sym typeface="+mn-lt"/>
              </a:rPr>
              <a:t>做微服务</a:t>
            </a:r>
          </a:p>
        </p:txBody>
      </p:sp>
      <p:sp>
        <p:nvSpPr>
          <p:cNvPr id="14" name="文本框 13">
            <a:extLst>
              <a:ext uri="{FF2B5EF4-FFF2-40B4-BE49-F238E27FC236}">
                <a16:creationId xmlns:a16="http://schemas.microsoft.com/office/drawing/2014/main" id="{CE39850D-6E00-43F6-ABDD-1BBAF9FCC8E0}"/>
              </a:ext>
            </a:extLst>
          </p:cNvPr>
          <p:cNvSpPr txBox="1"/>
          <p:nvPr/>
        </p:nvSpPr>
        <p:spPr>
          <a:xfrm>
            <a:off x="4289368" y="623455"/>
            <a:ext cx="2441694" cy="886781"/>
          </a:xfrm>
          <a:prstGeom prst="rect">
            <a:avLst/>
          </a:prstGeom>
          <a:noFill/>
        </p:spPr>
        <p:txBody>
          <a:bodyPr wrap="none" rtlCol="0">
            <a:spAutoFit/>
          </a:bodyPr>
          <a:lstStyle/>
          <a:p>
            <a:pPr>
              <a:lnSpc>
                <a:spcPct val="130000"/>
              </a:lnSpc>
              <a:spcBef>
                <a:spcPts val="600"/>
              </a:spcBef>
            </a:pPr>
            <a:r>
              <a:rPr lang="zh-CN" altLang="en-US" sz="4400" kern="0" dirty="0">
                <a:latin typeface="微软雅黑" panose="020B0503020204020204" pitchFamily="34" charset="-122"/>
                <a:ea typeface="微软雅黑" panose="020B0503020204020204" pitchFamily="34" charset="-122"/>
                <a:cs typeface="+mn-ea"/>
                <a:sym typeface="+mn-lt"/>
              </a:rPr>
              <a:t>技术路线</a:t>
            </a:r>
          </a:p>
        </p:txBody>
      </p:sp>
    </p:spTree>
    <p:extLst>
      <p:ext uri="{BB962C8B-B14F-4D97-AF65-F5344CB8AC3E}">
        <p14:creationId xmlns:p14="http://schemas.microsoft.com/office/powerpoint/2010/main" val="4646303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C2CF9C3-B3D2-47B6-A8D3-2825A9643DEF}"/>
              </a:ext>
            </a:extLst>
          </p:cNvPr>
          <p:cNvSpPr txBox="1"/>
          <p:nvPr/>
        </p:nvSpPr>
        <p:spPr>
          <a:xfrm>
            <a:off x="5220392" y="365760"/>
            <a:ext cx="1415772" cy="959045"/>
          </a:xfrm>
          <a:prstGeom prst="rect">
            <a:avLst/>
          </a:prstGeom>
          <a:noFill/>
        </p:spPr>
        <p:txBody>
          <a:bodyPr wrap="none" rtlCol="0">
            <a:spAutoFit/>
          </a:bodyPr>
          <a:lstStyle/>
          <a:p>
            <a:pPr>
              <a:lnSpc>
                <a:spcPct val="130000"/>
              </a:lnSpc>
              <a:spcBef>
                <a:spcPts val="600"/>
              </a:spcBef>
            </a:pPr>
            <a:r>
              <a:rPr lang="zh-CN" altLang="en-US" sz="4800" kern="0" dirty="0">
                <a:latin typeface="微软雅黑" panose="020B0503020204020204" pitchFamily="34" charset="-122"/>
                <a:ea typeface="微软雅黑" panose="020B0503020204020204" pitchFamily="34" charset="-122"/>
                <a:cs typeface="+mn-ea"/>
                <a:sym typeface="+mn-lt"/>
              </a:rPr>
              <a:t>前端</a:t>
            </a:r>
          </a:p>
        </p:txBody>
      </p:sp>
      <p:sp>
        <p:nvSpPr>
          <p:cNvPr id="6" name="文本框 5">
            <a:extLst>
              <a:ext uri="{FF2B5EF4-FFF2-40B4-BE49-F238E27FC236}">
                <a16:creationId xmlns:a16="http://schemas.microsoft.com/office/drawing/2014/main" id="{D88A8752-C08F-4D82-BAEF-5106FB4C3113}"/>
              </a:ext>
            </a:extLst>
          </p:cNvPr>
          <p:cNvSpPr txBox="1"/>
          <p:nvPr/>
        </p:nvSpPr>
        <p:spPr>
          <a:xfrm>
            <a:off x="2660073" y="1537854"/>
            <a:ext cx="6755375" cy="453457"/>
          </a:xfrm>
          <a:prstGeom prst="rect">
            <a:avLst/>
          </a:prstGeom>
          <a:noFill/>
        </p:spPr>
        <p:txBody>
          <a:bodyPr wrap="non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前端通过使用</a:t>
            </a:r>
            <a:r>
              <a:rPr lang="en-US" altLang="zh-CN" sz="2000" kern="0" dirty="0">
                <a:latin typeface="微软雅黑" panose="020B0503020204020204" pitchFamily="34" charset="-122"/>
                <a:ea typeface="微软雅黑" panose="020B0503020204020204" pitchFamily="34" charset="-122"/>
                <a:cs typeface="+mn-ea"/>
                <a:sym typeface="+mn-lt"/>
              </a:rPr>
              <a:t>Vue</a:t>
            </a:r>
            <a:r>
              <a:rPr lang="zh-CN" altLang="en-US" sz="2000" kern="0" dirty="0">
                <a:latin typeface="微软雅黑" panose="020B0503020204020204" pitchFamily="34" charset="-122"/>
                <a:ea typeface="微软雅黑" panose="020B0503020204020204" pitchFamily="34" charset="-122"/>
                <a:cs typeface="+mn-ea"/>
                <a:sym typeface="+mn-lt"/>
              </a:rPr>
              <a:t>，</a:t>
            </a:r>
            <a:r>
              <a:rPr lang="en-US" altLang="zh-CN" sz="2000" kern="0" dirty="0" err="1">
                <a:latin typeface="微软雅黑" panose="020B0503020204020204" pitchFamily="34" charset="-122"/>
                <a:ea typeface="微软雅黑" panose="020B0503020204020204" pitchFamily="34" charset="-122"/>
                <a:cs typeface="+mn-ea"/>
                <a:sym typeface="+mn-lt"/>
              </a:rPr>
              <a:t>Vuex</a:t>
            </a:r>
            <a:r>
              <a:rPr lang="zh-CN" altLang="en-US" sz="2000" kern="0" dirty="0">
                <a:latin typeface="微软雅黑" panose="020B0503020204020204" pitchFamily="34" charset="-122"/>
                <a:ea typeface="微软雅黑" panose="020B0503020204020204" pitchFamily="34" charset="-122"/>
                <a:cs typeface="+mn-ea"/>
                <a:sym typeface="+mn-lt"/>
              </a:rPr>
              <a:t>，</a:t>
            </a:r>
            <a:r>
              <a:rPr lang="en-US" altLang="zh-CN" sz="2000" kern="0" dirty="0">
                <a:latin typeface="微软雅黑" panose="020B0503020204020204" pitchFamily="34" charset="-122"/>
                <a:ea typeface="微软雅黑" panose="020B0503020204020204" pitchFamily="34" charset="-122"/>
                <a:cs typeface="+mn-ea"/>
                <a:sym typeface="+mn-lt"/>
              </a:rPr>
              <a:t>Vue Router</a:t>
            </a:r>
            <a:r>
              <a:rPr lang="zh-CN" altLang="en-US" sz="2000" kern="0" dirty="0">
                <a:latin typeface="微软雅黑" panose="020B0503020204020204" pitchFamily="34" charset="-122"/>
                <a:ea typeface="微软雅黑" panose="020B0503020204020204" pitchFamily="34" charset="-122"/>
                <a:cs typeface="+mn-ea"/>
                <a:sym typeface="+mn-lt"/>
              </a:rPr>
              <a:t>来构建单页面应用</a:t>
            </a:r>
          </a:p>
        </p:txBody>
      </p:sp>
      <p:pic>
        <p:nvPicPr>
          <p:cNvPr id="8" name="图片 7">
            <a:extLst>
              <a:ext uri="{FF2B5EF4-FFF2-40B4-BE49-F238E27FC236}">
                <a16:creationId xmlns:a16="http://schemas.microsoft.com/office/drawing/2014/main" id="{74680E85-C16F-4024-9681-DD198267EACB}"/>
              </a:ext>
            </a:extLst>
          </p:cNvPr>
          <p:cNvPicPr>
            <a:picLocks noChangeAspect="1"/>
          </p:cNvPicPr>
          <p:nvPr/>
        </p:nvPicPr>
        <p:blipFill>
          <a:blip r:embed="rId2"/>
          <a:stretch>
            <a:fillRect/>
          </a:stretch>
        </p:blipFill>
        <p:spPr>
          <a:xfrm>
            <a:off x="765215" y="3928973"/>
            <a:ext cx="4924129" cy="880738"/>
          </a:xfrm>
          <a:prstGeom prst="rect">
            <a:avLst/>
          </a:prstGeom>
        </p:spPr>
      </p:pic>
      <p:sp>
        <p:nvSpPr>
          <p:cNvPr id="9" name="文本框 8">
            <a:extLst>
              <a:ext uri="{FF2B5EF4-FFF2-40B4-BE49-F238E27FC236}">
                <a16:creationId xmlns:a16="http://schemas.microsoft.com/office/drawing/2014/main" id="{9CC41FC7-A157-4305-88E5-8877C185D111}"/>
              </a:ext>
            </a:extLst>
          </p:cNvPr>
          <p:cNvSpPr txBox="1"/>
          <p:nvPr/>
        </p:nvSpPr>
        <p:spPr>
          <a:xfrm>
            <a:off x="947650" y="2777015"/>
            <a:ext cx="4559261" cy="381258"/>
          </a:xfrm>
          <a:prstGeom prst="rect">
            <a:avLst/>
          </a:prstGeom>
          <a:noFill/>
        </p:spPr>
        <p:txBody>
          <a:bodyPr wrap="none" rtlCol="0">
            <a:spAutoFit/>
          </a:bodyPr>
          <a:lstStyle/>
          <a:p>
            <a:pPr>
              <a:lnSpc>
                <a:spcPct val="130000"/>
              </a:lnSpc>
              <a:spcBef>
                <a:spcPts val="600"/>
              </a:spcBef>
            </a:pPr>
            <a:r>
              <a:rPr lang="zh-CN" altLang="en-US" sz="1600" kern="0" dirty="0">
                <a:latin typeface="微软雅黑" panose="020B0503020204020204" pitchFamily="34" charset="-122"/>
                <a:ea typeface="微软雅黑" panose="020B0503020204020204" pitchFamily="34" charset="-122"/>
                <a:cs typeface="+mn-ea"/>
                <a:sym typeface="+mn-lt"/>
              </a:rPr>
              <a:t>页面底部通过一个</a:t>
            </a:r>
            <a:r>
              <a:rPr lang="en-US" altLang="zh-CN" sz="1600" kern="0" dirty="0">
                <a:latin typeface="微软雅黑" panose="020B0503020204020204" pitchFamily="34" charset="-122"/>
                <a:ea typeface="微软雅黑" panose="020B0503020204020204" pitchFamily="34" charset="-122"/>
                <a:cs typeface="+mn-ea"/>
                <a:sym typeface="+mn-lt"/>
              </a:rPr>
              <a:t>dock</a:t>
            </a:r>
            <a:r>
              <a:rPr lang="zh-CN" altLang="en-US" sz="1600" kern="0" dirty="0">
                <a:latin typeface="微软雅黑" panose="020B0503020204020204" pitchFamily="34" charset="-122"/>
                <a:ea typeface="微软雅黑" panose="020B0503020204020204" pitchFamily="34" charset="-122"/>
                <a:cs typeface="+mn-ea"/>
                <a:sym typeface="+mn-lt"/>
              </a:rPr>
              <a:t>栏来实现页面路由的切换</a:t>
            </a:r>
          </a:p>
        </p:txBody>
      </p:sp>
      <p:pic>
        <p:nvPicPr>
          <p:cNvPr id="11" name="图片 10">
            <a:extLst>
              <a:ext uri="{FF2B5EF4-FFF2-40B4-BE49-F238E27FC236}">
                <a16:creationId xmlns:a16="http://schemas.microsoft.com/office/drawing/2014/main" id="{6E6EA335-BF7E-4F7D-9FBC-96AD12B901BF}"/>
              </a:ext>
            </a:extLst>
          </p:cNvPr>
          <p:cNvPicPr>
            <a:picLocks noChangeAspect="1"/>
          </p:cNvPicPr>
          <p:nvPr/>
        </p:nvPicPr>
        <p:blipFill>
          <a:blip r:embed="rId3"/>
          <a:stretch>
            <a:fillRect/>
          </a:stretch>
        </p:blipFill>
        <p:spPr>
          <a:xfrm>
            <a:off x="7656022" y="3429000"/>
            <a:ext cx="3038413" cy="3194096"/>
          </a:xfrm>
          <a:prstGeom prst="rect">
            <a:avLst/>
          </a:prstGeom>
        </p:spPr>
      </p:pic>
      <p:sp>
        <p:nvSpPr>
          <p:cNvPr id="12" name="文本框 11">
            <a:extLst>
              <a:ext uri="{FF2B5EF4-FFF2-40B4-BE49-F238E27FC236}">
                <a16:creationId xmlns:a16="http://schemas.microsoft.com/office/drawing/2014/main" id="{2ED71F79-E6CA-4349-A6AF-948EAC3CCB5A}"/>
              </a:ext>
            </a:extLst>
          </p:cNvPr>
          <p:cNvSpPr txBox="1"/>
          <p:nvPr/>
        </p:nvSpPr>
        <p:spPr>
          <a:xfrm>
            <a:off x="7560244" y="2752110"/>
            <a:ext cx="3134191" cy="381258"/>
          </a:xfrm>
          <a:prstGeom prst="rect">
            <a:avLst/>
          </a:prstGeom>
          <a:noFill/>
        </p:spPr>
        <p:txBody>
          <a:bodyPr wrap="none" rtlCol="0">
            <a:spAutoFit/>
          </a:bodyPr>
          <a:lstStyle/>
          <a:p>
            <a:pPr>
              <a:lnSpc>
                <a:spcPct val="130000"/>
              </a:lnSpc>
              <a:spcBef>
                <a:spcPts val="600"/>
              </a:spcBef>
            </a:pPr>
            <a:r>
              <a:rPr lang="zh-CN" altLang="en-US" sz="1600" kern="0" dirty="0">
                <a:latin typeface="微软雅黑" panose="020B0503020204020204" pitchFamily="34" charset="-122"/>
                <a:ea typeface="微软雅黑" panose="020B0503020204020204" pitchFamily="34" charset="-122"/>
                <a:cs typeface="+mn-ea"/>
                <a:sym typeface="+mn-lt"/>
              </a:rPr>
              <a:t>页面共享数据将被存储到</a:t>
            </a:r>
            <a:r>
              <a:rPr lang="en-US" altLang="zh-CN" sz="1600" kern="0" dirty="0" err="1">
                <a:latin typeface="微软雅黑" panose="020B0503020204020204" pitchFamily="34" charset="-122"/>
                <a:ea typeface="微软雅黑" panose="020B0503020204020204" pitchFamily="34" charset="-122"/>
                <a:cs typeface="+mn-ea"/>
                <a:sym typeface="+mn-lt"/>
              </a:rPr>
              <a:t>Vuex</a:t>
            </a:r>
            <a:r>
              <a:rPr lang="zh-CN" altLang="en-US" sz="1600" kern="0" dirty="0">
                <a:latin typeface="微软雅黑" panose="020B0503020204020204" pitchFamily="34" charset="-122"/>
                <a:ea typeface="微软雅黑" panose="020B0503020204020204" pitchFamily="34" charset="-122"/>
                <a:cs typeface="+mn-ea"/>
                <a:sym typeface="+mn-lt"/>
              </a:rPr>
              <a:t>中</a:t>
            </a:r>
          </a:p>
        </p:txBody>
      </p:sp>
    </p:spTree>
    <p:extLst>
      <p:ext uri="{BB962C8B-B14F-4D97-AF65-F5344CB8AC3E}">
        <p14:creationId xmlns:p14="http://schemas.microsoft.com/office/powerpoint/2010/main" val="1783496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614A468-6158-4A41-9A64-7FFB982FBDA0}"/>
              </a:ext>
            </a:extLst>
          </p:cNvPr>
          <p:cNvSpPr txBox="1"/>
          <p:nvPr/>
        </p:nvSpPr>
        <p:spPr>
          <a:xfrm>
            <a:off x="4896197" y="216131"/>
            <a:ext cx="1415772" cy="959045"/>
          </a:xfrm>
          <a:prstGeom prst="rect">
            <a:avLst/>
          </a:prstGeom>
          <a:noFill/>
        </p:spPr>
        <p:txBody>
          <a:bodyPr wrap="none" rtlCol="0">
            <a:spAutoFit/>
          </a:bodyPr>
          <a:lstStyle/>
          <a:p>
            <a:pPr>
              <a:lnSpc>
                <a:spcPct val="130000"/>
              </a:lnSpc>
              <a:spcBef>
                <a:spcPts val="600"/>
              </a:spcBef>
            </a:pPr>
            <a:r>
              <a:rPr lang="zh-CN" altLang="en-US" sz="4800" kern="0" dirty="0">
                <a:latin typeface="微软雅黑" panose="020B0503020204020204" pitchFamily="34" charset="-122"/>
                <a:ea typeface="微软雅黑" panose="020B0503020204020204" pitchFamily="34" charset="-122"/>
                <a:cs typeface="+mn-ea"/>
                <a:sym typeface="+mn-lt"/>
              </a:rPr>
              <a:t>后端</a:t>
            </a:r>
          </a:p>
        </p:txBody>
      </p:sp>
      <p:sp>
        <p:nvSpPr>
          <p:cNvPr id="6" name="文本框 5">
            <a:extLst>
              <a:ext uri="{FF2B5EF4-FFF2-40B4-BE49-F238E27FC236}">
                <a16:creationId xmlns:a16="http://schemas.microsoft.com/office/drawing/2014/main" id="{EF2BF977-6174-48C9-9A99-910E717DA835}"/>
              </a:ext>
            </a:extLst>
          </p:cNvPr>
          <p:cNvSpPr txBox="1"/>
          <p:nvPr/>
        </p:nvSpPr>
        <p:spPr>
          <a:xfrm>
            <a:off x="2319251" y="1175176"/>
            <a:ext cx="7133684" cy="453457"/>
          </a:xfrm>
          <a:prstGeom prst="rect">
            <a:avLst/>
          </a:prstGeom>
          <a:noFill/>
        </p:spPr>
        <p:txBody>
          <a:bodyPr wrap="non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后端采用</a:t>
            </a:r>
            <a:r>
              <a:rPr lang="en-US" altLang="zh-CN" sz="2000" kern="0" dirty="0">
                <a:latin typeface="微软雅黑" panose="020B0503020204020204" pitchFamily="34" charset="-122"/>
                <a:ea typeface="微软雅黑" panose="020B0503020204020204" pitchFamily="34" charset="-122"/>
                <a:cs typeface="+mn-ea"/>
                <a:sym typeface="+mn-lt"/>
              </a:rPr>
              <a:t>Koa</a:t>
            </a:r>
            <a:r>
              <a:rPr lang="zh-CN" altLang="en-US" sz="2000" kern="0" dirty="0">
                <a:latin typeface="微软雅黑" panose="020B0503020204020204" pitchFamily="34" charset="-122"/>
                <a:ea typeface="微软雅黑" panose="020B0503020204020204" pitchFamily="34" charset="-122"/>
                <a:cs typeface="+mn-ea"/>
                <a:sym typeface="+mn-lt"/>
              </a:rPr>
              <a:t>框架做路由管理，并且将业务拆分成多个微服务</a:t>
            </a:r>
          </a:p>
        </p:txBody>
      </p:sp>
      <p:sp>
        <p:nvSpPr>
          <p:cNvPr id="7" name="文本框 6">
            <a:extLst>
              <a:ext uri="{FF2B5EF4-FFF2-40B4-BE49-F238E27FC236}">
                <a16:creationId xmlns:a16="http://schemas.microsoft.com/office/drawing/2014/main" id="{2D484961-7B4C-4422-9DD9-60E15B409713}"/>
              </a:ext>
            </a:extLst>
          </p:cNvPr>
          <p:cNvSpPr txBox="1"/>
          <p:nvPr/>
        </p:nvSpPr>
        <p:spPr>
          <a:xfrm>
            <a:off x="1087456" y="1700338"/>
            <a:ext cx="2031325" cy="525657"/>
          </a:xfrm>
          <a:prstGeom prst="rect">
            <a:avLst/>
          </a:prstGeom>
          <a:noFill/>
        </p:spPr>
        <p:txBody>
          <a:bodyPr wrap="none" rtlCol="0">
            <a:spAutoFit/>
          </a:bodyPr>
          <a:lstStyle/>
          <a:p>
            <a:pPr>
              <a:lnSpc>
                <a:spcPct val="130000"/>
              </a:lnSpc>
              <a:spcBef>
                <a:spcPts val="600"/>
              </a:spcBef>
            </a:pPr>
            <a:r>
              <a:rPr lang="zh-CN" altLang="en-US" sz="2400" kern="0" dirty="0">
                <a:latin typeface="微软雅黑" panose="020B0503020204020204" pitchFamily="34" charset="-122"/>
                <a:ea typeface="微软雅黑" panose="020B0503020204020204" pitchFamily="34" charset="-122"/>
                <a:cs typeface="+mn-ea"/>
                <a:sym typeface="+mn-lt"/>
              </a:rPr>
              <a:t>服务注册中心</a:t>
            </a:r>
          </a:p>
        </p:txBody>
      </p:sp>
      <p:sp>
        <p:nvSpPr>
          <p:cNvPr id="8" name="文本框 7">
            <a:extLst>
              <a:ext uri="{FF2B5EF4-FFF2-40B4-BE49-F238E27FC236}">
                <a16:creationId xmlns:a16="http://schemas.microsoft.com/office/drawing/2014/main" id="{7242AEBA-1E94-4260-BE47-83B56BFBC131}"/>
              </a:ext>
            </a:extLst>
          </p:cNvPr>
          <p:cNvSpPr txBox="1"/>
          <p:nvPr/>
        </p:nvSpPr>
        <p:spPr>
          <a:xfrm>
            <a:off x="157446" y="2239248"/>
            <a:ext cx="4181798" cy="1749390"/>
          </a:xfrm>
          <a:prstGeom prst="rect">
            <a:avLst/>
          </a:prstGeom>
          <a:noFill/>
        </p:spPr>
        <p:txBody>
          <a:bodyPr wrap="square" rtlCol="0">
            <a:spAutoFit/>
          </a:bodyPr>
          <a:lstStyle/>
          <a:p>
            <a:pPr>
              <a:lnSpc>
                <a:spcPct val="130000"/>
              </a:lnSpc>
              <a:spcBef>
                <a:spcPts val="600"/>
              </a:spcBef>
            </a:pPr>
            <a:r>
              <a:rPr lang="zh-CN" altLang="en-US" sz="1200" kern="0" dirty="0">
                <a:latin typeface="微软雅黑" panose="020B0503020204020204" pitchFamily="34" charset="-122"/>
                <a:ea typeface="微软雅黑" panose="020B0503020204020204" pitchFamily="34" charset="-122"/>
                <a:cs typeface="+mn-ea"/>
                <a:sym typeface="+mn-lt"/>
              </a:rPr>
              <a:t>通过借鉴</a:t>
            </a:r>
            <a:r>
              <a:rPr lang="en-US" altLang="zh-CN" sz="1200" kern="0" dirty="0">
                <a:latin typeface="微软雅黑" panose="020B0503020204020204" pitchFamily="34" charset="-122"/>
                <a:ea typeface="微软雅黑" panose="020B0503020204020204" pitchFamily="34" charset="-122"/>
                <a:cs typeface="+mn-ea"/>
                <a:sym typeface="+mn-lt"/>
              </a:rPr>
              <a:t>Spring Cloud </a:t>
            </a:r>
            <a:r>
              <a:rPr lang="en-US" altLang="zh-CN" sz="1200" kern="0" dirty="0" err="1">
                <a:latin typeface="微软雅黑" panose="020B0503020204020204" pitchFamily="34" charset="-122"/>
                <a:ea typeface="微软雅黑" panose="020B0503020204020204" pitchFamily="34" charset="-122"/>
                <a:cs typeface="+mn-ea"/>
                <a:sym typeface="+mn-lt"/>
              </a:rPr>
              <a:t>Eurake</a:t>
            </a:r>
            <a:r>
              <a:rPr lang="zh-CN" altLang="en-US" sz="1200" kern="0" dirty="0">
                <a:latin typeface="微软雅黑" panose="020B0503020204020204" pitchFamily="34" charset="-122"/>
                <a:ea typeface="微软雅黑" panose="020B0503020204020204" pitchFamily="34" charset="-122"/>
                <a:cs typeface="+mn-ea"/>
                <a:sym typeface="+mn-lt"/>
              </a:rPr>
              <a:t>的思想，实现一个服务注册中心。服务注册中心将会维护所有微服务节点的信息，每一个微服务在启动时需要向注册中心注册自己，注册完成后，微服务将与服务注册中心建立心跳连接，每隔两秒钟向注册中心发送心跳包。服务注册中心将会每隔</a:t>
            </a:r>
            <a:r>
              <a:rPr lang="en-US" altLang="zh-CN" sz="1200" kern="0" dirty="0">
                <a:latin typeface="微软雅黑" panose="020B0503020204020204" pitchFamily="34" charset="-122"/>
                <a:ea typeface="微软雅黑" panose="020B0503020204020204" pitchFamily="34" charset="-122"/>
                <a:cs typeface="+mn-ea"/>
                <a:sym typeface="+mn-lt"/>
              </a:rPr>
              <a:t>5</a:t>
            </a:r>
            <a:r>
              <a:rPr lang="zh-CN" altLang="en-US" sz="1200" kern="0" dirty="0">
                <a:latin typeface="微软雅黑" panose="020B0503020204020204" pitchFamily="34" charset="-122"/>
                <a:ea typeface="微软雅黑" panose="020B0503020204020204" pitchFamily="34" charset="-122"/>
                <a:cs typeface="+mn-ea"/>
                <a:sym typeface="+mn-lt"/>
              </a:rPr>
              <a:t>秒检查一下服务表，如果某个微服务在</a:t>
            </a:r>
            <a:r>
              <a:rPr lang="en-US" altLang="zh-CN" sz="1200" kern="0" dirty="0">
                <a:latin typeface="微软雅黑" panose="020B0503020204020204" pitchFamily="34" charset="-122"/>
                <a:ea typeface="微软雅黑" panose="020B0503020204020204" pitchFamily="34" charset="-122"/>
                <a:cs typeface="+mn-ea"/>
                <a:sym typeface="+mn-lt"/>
              </a:rPr>
              <a:t>5</a:t>
            </a:r>
            <a:r>
              <a:rPr lang="zh-CN" altLang="en-US" sz="1200" kern="0" dirty="0">
                <a:latin typeface="微软雅黑" panose="020B0503020204020204" pitchFamily="34" charset="-122"/>
                <a:ea typeface="微软雅黑" panose="020B0503020204020204" pitchFamily="34" charset="-122"/>
                <a:cs typeface="+mn-ea"/>
                <a:sym typeface="+mn-lt"/>
              </a:rPr>
              <a:t>秒内没有发送心跳包，就将该微服务从注册中心移除。</a:t>
            </a:r>
          </a:p>
        </p:txBody>
      </p:sp>
      <p:pic>
        <p:nvPicPr>
          <p:cNvPr id="10" name="图片 9">
            <a:extLst>
              <a:ext uri="{FF2B5EF4-FFF2-40B4-BE49-F238E27FC236}">
                <a16:creationId xmlns:a16="http://schemas.microsoft.com/office/drawing/2014/main" id="{97784D10-DD96-4AE2-AA51-D469040E0FAB}"/>
              </a:ext>
            </a:extLst>
          </p:cNvPr>
          <p:cNvPicPr>
            <a:picLocks noChangeAspect="1"/>
          </p:cNvPicPr>
          <p:nvPr/>
        </p:nvPicPr>
        <p:blipFill>
          <a:blip r:embed="rId2"/>
          <a:stretch>
            <a:fillRect/>
          </a:stretch>
        </p:blipFill>
        <p:spPr>
          <a:xfrm>
            <a:off x="290450" y="4018581"/>
            <a:ext cx="3749536" cy="787877"/>
          </a:xfrm>
          <a:prstGeom prst="rect">
            <a:avLst/>
          </a:prstGeom>
        </p:spPr>
      </p:pic>
      <p:pic>
        <p:nvPicPr>
          <p:cNvPr id="12" name="图片 11">
            <a:extLst>
              <a:ext uri="{FF2B5EF4-FFF2-40B4-BE49-F238E27FC236}">
                <a16:creationId xmlns:a16="http://schemas.microsoft.com/office/drawing/2014/main" id="{0C0C6F87-B2A8-465B-A7B6-B33037F421A5}"/>
              </a:ext>
            </a:extLst>
          </p:cNvPr>
          <p:cNvPicPr>
            <a:picLocks noChangeAspect="1"/>
          </p:cNvPicPr>
          <p:nvPr/>
        </p:nvPicPr>
        <p:blipFill>
          <a:blip r:embed="rId3"/>
          <a:stretch>
            <a:fillRect/>
          </a:stretch>
        </p:blipFill>
        <p:spPr>
          <a:xfrm>
            <a:off x="290449" y="4912707"/>
            <a:ext cx="4300426" cy="746434"/>
          </a:xfrm>
          <a:prstGeom prst="rect">
            <a:avLst/>
          </a:prstGeom>
        </p:spPr>
      </p:pic>
      <p:pic>
        <p:nvPicPr>
          <p:cNvPr id="14" name="图片 13">
            <a:extLst>
              <a:ext uri="{FF2B5EF4-FFF2-40B4-BE49-F238E27FC236}">
                <a16:creationId xmlns:a16="http://schemas.microsoft.com/office/drawing/2014/main" id="{C2E34765-46F1-446F-BA08-367A5FAA6093}"/>
              </a:ext>
            </a:extLst>
          </p:cNvPr>
          <p:cNvPicPr>
            <a:picLocks noChangeAspect="1"/>
          </p:cNvPicPr>
          <p:nvPr/>
        </p:nvPicPr>
        <p:blipFill>
          <a:blip r:embed="rId4"/>
          <a:stretch>
            <a:fillRect/>
          </a:stretch>
        </p:blipFill>
        <p:spPr>
          <a:xfrm>
            <a:off x="290449" y="5765391"/>
            <a:ext cx="4181797" cy="851112"/>
          </a:xfrm>
          <a:prstGeom prst="rect">
            <a:avLst/>
          </a:prstGeom>
        </p:spPr>
      </p:pic>
      <p:sp>
        <p:nvSpPr>
          <p:cNvPr id="15" name="文本框 14">
            <a:extLst>
              <a:ext uri="{FF2B5EF4-FFF2-40B4-BE49-F238E27FC236}">
                <a16:creationId xmlns:a16="http://schemas.microsoft.com/office/drawing/2014/main" id="{65CCE03B-9614-460E-BAE1-D7858868002A}"/>
              </a:ext>
            </a:extLst>
          </p:cNvPr>
          <p:cNvSpPr txBox="1"/>
          <p:nvPr/>
        </p:nvSpPr>
        <p:spPr>
          <a:xfrm>
            <a:off x="7729386" y="1683966"/>
            <a:ext cx="1723549" cy="525657"/>
          </a:xfrm>
          <a:prstGeom prst="rect">
            <a:avLst/>
          </a:prstGeom>
          <a:noFill/>
        </p:spPr>
        <p:txBody>
          <a:bodyPr wrap="none" rtlCol="0">
            <a:spAutoFit/>
          </a:bodyPr>
          <a:lstStyle/>
          <a:p>
            <a:pPr>
              <a:lnSpc>
                <a:spcPct val="130000"/>
              </a:lnSpc>
              <a:spcBef>
                <a:spcPts val="600"/>
              </a:spcBef>
            </a:pPr>
            <a:r>
              <a:rPr lang="zh-CN" altLang="en-US" sz="2400" kern="0" dirty="0">
                <a:latin typeface="微软雅黑" panose="020B0503020204020204" pitchFamily="34" charset="-122"/>
                <a:ea typeface="微软雅黑" panose="020B0503020204020204" pitchFamily="34" charset="-122"/>
                <a:cs typeface="+mn-ea"/>
                <a:sym typeface="+mn-lt"/>
              </a:rPr>
              <a:t>服务间调用</a:t>
            </a:r>
          </a:p>
        </p:txBody>
      </p:sp>
      <p:sp>
        <p:nvSpPr>
          <p:cNvPr id="16" name="文本框 15">
            <a:extLst>
              <a:ext uri="{FF2B5EF4-FFF2-40B4-BE49-F238E27FC236}">
                <a16:creationId xmlns:a16="http://schemas.microsoft.com/office/drawing/2014/main" id="{1C7AB9DE-8F03-4A6D-AC8E-1083D9D1BC4B}"/>
              </a:ext>
            </a:extLst>
          </p:cNvPr>
          <p:cNvSpPr txBox="1"/>
          <p:nvPr/>
        </p:nvSpPr>
        <p:spPr>
          <a:xfrm>
            <a:off x="6458989" y="2308360"/>
            <a:ext cx="4181798" cy="1029193"/>
          </a:xfrm>
          <a:prstGeom prst="rect">
            <a:avLst/>
          </a:prstGeom>
          <a:noFill/>
        </p:spPr>
        <p:txBody>
          <a:bodyPr wrap="square" rtlCol="0">
            <a:spAutoFit/>
          </a:bodyPr>
          <a:lstStyle/>
          <a:p>
            <a:pPr>
              <a:lnSpc>
                <a:spcPct val="130000"/>
              </a:lnSpc>
              <a:spcBef>
                <a:spcPts val="600"/>
              </a:spcBef>
            </a:pPr>
            <a:r>
              <a:rPr lang="zh-CN" altLang="en-US" sz="1200" kern="0" dirty="0">
                <a:latin typeface="微软雅黑" panose="020B0503020204020204" pitchFamily="34" charset="-122"/>
                <a:ea typeface="微软雅黑" panose="020B0503020204020204" pitchFamily="34" charset="-122"/>
                <a:cs typeface="+mn-ea"/>
                <a:sym typeface="+mn-lt"/>
              </a:rPr>
              <a:t>通过借鉴</a:t>
            </a:r>
            <a:r>
              <a:rPr lang="en-US" altLang="zh-CN" sz="1200" kern="0" dirty="0">
                <a:latin typeface="微软雅黑" panose="020B0503020204020204" pitchFamily="34" charset="-122"/>
                <a:ea typeface="微软雅黑" panose="020B0503020204020204" pitchFamily="34" charset="-122"/>
                <a:cs typeface="+mn-ea"/>
                <a:sym typeface="+mn-lt"/>
              </a:rPr>
              <a:t>Spring Cloud </a:t>
            </a:r>
            <a:r>
              <a:rPr lang="en-US" altLang="zh-CN" sz="1200" kern="0" dirty="0" err="1">
                <a:latin typeface="微软雅黑" panose="020B0503020204020204" pitchFamily="34" charset="-122"/>
                <a:ea typeface="微软雅黑" panose="020B0503020204020204" pitchFamily="34" charset="-122"/>
                <a:cs typeface="+mn-ea"/>
                <a:sym typeface="+mn-lt"/>
              </a:rPr>
              <a:t>OpenFeign</a:t>
            </a:r>
            <a:r>
              <a:rPr lang="zh-CN" altLang="en-US" sz="1200" kern="0" dirty="0">
                <a:latin typeface="微软雅黑" panose="020B0503020204020204" pitchFamily="34" charset="-122"/>
                <a:ea typeface="微软雅黑" panose="020B0503020204020204" pitchFamily="34" charset="-122"/>
                <a:cs typeface="+mn-ea"/>
                <a:sym typeface="+mn-lt"/>
              </a:rPr>
              <a:t>的思想，对</a:t>
            </a:r>
            <a:r>
              <a:rPr lang="en-US" altLang="zh-CN" sz="1200" kern="0" dirty="0" err="1">
                <a:latin typeface="微软雅黑" panose="020B0503020204020204" pitchFamily="34" charset="-122"/>
                <a:ea typeface="微软雅黑" panose="020B0503020204020204" pitchFamily="34" charset="-122"/>
                <a:cs typeface="+mn-ea"/>
                <a:sym typeface="+mn-lt"/>
              </a:rPr>
              <a:t>Axios</a:t>
            </a:r>
            <a:r>
              <a:rPr lang="zh-CN" altLang="en-US" sz="1200" kern="0" dirty="0">
                <a:latin typeface="微软雅黑" panose="020B0503020204020204" pitchFamily="34" charset="-122"/>
                <a:ea typeface="微软雅黑" panose="020B0503020204020204" pitchFamily="34" charset="-122"/>
                <a:cs typeface="+mn-ea"/>
                <a:sym typeface="+mn-lt"/>
              </a:rPr>
              <a:t>进行二次封装，使其可以搭配服务注册中心来完成通过使用微服务的名称来对微服务进行调用，这样做可以避免微服务的</a:t>
            </a:r>
            <a:r>
              <a:rPr lang="en-US" altLang="zh-CN" sz="1200" kern="0" dirty="0">
                <a:latin typeface="微软雅黑" panose="020B0503020204020204" pitchFamily="34" charset="-122"/>
                <a:ea typeface="微软雅黑" panose="020B0503020204020204" pitchFamily="34" charset="-122"/>
                <a:cs typeface="+mn-ea"/>
                <a:sym typeface="+mn-lt"/>
              </a:rPr>
              <a:t>IP</a:t>
            </a:r>
            <a:r>
              <a:rPr lang="zh-CN" altLang="en-US" sz="1200" kern="0" dirty="0">
                <a:latin typeface="微软雅黑" panose="020B0503020204020204" pitchFamily="34" charset="-122"/>
                <a:ea typeface="微软雅黑" panose="020B0503020204020204" pitchFamily="34" charset="-122"/>
                <a:cs typeface="+mn-ea"/>
                <a:sym typeface="+mn-lt"/>
              </a:rPr>
              <a:t>和端口发生变化后，需要修改调用地址的问题。</a:t>
            </a:r>
          </a:p>
        </p:txBody>
      </p:sp>
      <p:pic>
        <p:nvPicPr>
          <p:cNvPr id="18" name="图片 17">
            <a:extLst>
              <a:ext uri="{FF2B5EF4-FFF2-40B4-BE49-F238E27FC236}">
                <a16:creationId xmlns:a16="http://schemas.microsoft.com/office/drawing/2014/main" id="{6242C92A-0754-4B12-BB32-58C96F657069}"/>
              </a:ext>
            </a:extLst>
          </p:cNvPr>
          <p:cNvPicPr>
            <a:picLocks noChangeAspect="1"/>
          </p:cNvPicPr>
          <p:nvPr/>
        </p:nvPicPr>
        <p:blipFill>
          <a:blip r:embed="rId5"/>
          <a:stretch>
            <a:fillRect/>
          </a:stretch>
        </p:blipFill>
        <p:spPr>
          <a:xfrm>
            <a:off x="6458989" y="3849290"/>
            <a:ext cx="2413670" cy="2649488"/>
          </a:xfrm>
          <a:prstGeom prst="rect">
            <a:avLst/>
          </a:prstGeom>
        </p:spPr>
      </p:pic>
      <p:sp>
        <p:nvSpPr>
          <p:cNvPr id="20" name="文本框 19">
            <a:extLst>
              <a:ext uri="{FF2B5EF4-FFF2-40B4-BE49-F238E27FC236}">
                <a16:creationId xmlns:a16="http://schemas.microsoft.com/office/drawing/2014/main" id="{071E30DB-C1F0-4A7D-A518-6FDAB8E08A21}"/>
              </a:ext>
            </a:extLst>
          </p:cNvPr>
          <p:cNvSpPr txBox="1"/>
          <p:nvPr/>
        </p:nvSpPr>
        <p:spPr>
          <a:xfrm>
            <a:off x="9196821" y="4240723"/>
            <a:ext cx="1543952" cy="1749390"/>
          </a:xfrm>
          <a:prstGeom prst="rect">
            <a:avLst/>
          </a:prstGeom>
          <a:noFill/>
        </p:spPr>
        <p:txBody>
          <a:bodyPr wrap="square" rtlCol="0">
            <a:spAutoFit/>
          </a:bodyPr>
          <a:lstStyle/>
          <a:p>
            <a:pPr>
              <a:lnSpc>
                <a:spcPct val="130000"/>
              </a:lnSpc>
              <a:spcBef>
                <a:spcPts val="600"/>
              </a:spcBef>
            </a:pPr>
            <a:r>
              <a:rPr lang="en-US" altLang="zh-CN" sz="1200" kern="0" dirty="0">
                <a:latin typeface="微软雅黑" panose="020B0503020204020204" pitchFamily="34" charset="-122"/>
                <a:ea typeface="微软雅黑" panose="020B0503020204020204" pitchFamily="34" charset="-122"/>
                <a:cs typeface="+mn-ea"/>
                <a:sym typeface="+mn-lt"/>
              </a:rPr>
              <a:t>Feign</a:t>
            </a:r>
            <a:r>
              <a:rPr lang="zh-CN" altLang="en-US" sz="1200" kern="0" dirty="0">
                <a:latin typeface="微软雅黑" panose="020B0503020204020204" pitchFamily="34" charset="-122"/>
                <a:ea typeface="微软雅黑" panose="020B0503020204020204" pitchFamily="34" charset="-122"/>
                <a:cs typeface="+mn-ea"/>
                <a:sym typeface="+mn-lt"/>
              </a:rPr>
              <a:t>客户端会对微服务的所有请求进行拦截，然后会从服务注册中心取得目标微服务的地址，从而完成跨微服务的调用。</a:t>
            </a:r>
          </a:p>
        </p:txBody>
      </p:sp>
    </p:spTree>
    <p:extLst>
      <p:ext uri="{BB962C8B-B14F-4D97-AF65-F5344CB8AC3E}">
        <p14:creationId xmlns:p14="http://schemas.microsoft.com/office/powerpoint/2010/main" val="3257704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0FCF4D0-B4E7-4770-8E6A-DEA1E63DFFC4}"/>
              </a:ext>
            </a:extLst>
          </p:cNvPr>
          <p:cNvSpPr txBox="1"/>
          <p:nvPr/>
        </p:nvSpPr>
        <p:spPr>
          <a:xfrm>
            <a:off x="4643562" y="278295"/>
            <a:ext cx="2031325" cy="959045"/>
          </a:xfrm>
          <a:prstGeom prst="rect">
            <a:avLst/>
          </a:prstGeom>
          <a:noFill/>
        </p:spPr>
        <p:txBody>
          <a:bodyPr wrap="none" rtlCol="0">
            <a:spAutoFit/>
          </a:bodyPr>
          <a:lstStyle/>
          <a:p>
            <a:pPr>
              <a:lnSpc>
                <a:spcPct val="130000"/>
              </a:lnSpc>
              <a:spcBef>
                <a:spcPts val="600"/>
              </a:spcBef>
            </a:pPr>
            <a:r>
              <a:rPr lang="zh-CN" altLang="en-US" sz="4800" kern="0" dirty="0">
                <a:latin typeface="微软雅黑" panose="020B0503020204020204" pitchFamily="34" charset="-122"/>
                <a:ea typeface="微软雅黑" panose="020B0503020204020204" pitchFamily="34" charset="-122"/>
                <a:cs typeface="+mn-ea"/>
                <a:sym typeface="+mn-lt"/>
              </a:rPr>
              <a:t>中间件</a:t>
            </a:r>
          </a:p>
        </p:txBody>
      </p:sp>
      <p:sp>
        <p:nvSpPr>
          <p:cNvPr id="6" name="文本框 5">
            <a:extLst>
              <a:ext uri="{FF2B5EF4-FFF2-40B4-BE49-F238E27FC236}">
                <a16:creationId xmlns:a16="http://schemas.microsoft.com/office/drawing/2014/main" id="{0A4C9BE6-2924-4084-B72B-4DC4B30495AB}"/>
              </a:ext>
            </a:extLst>
          </p:cNvPr>
          <p:cNvSpPr txBox="1"/>
          <p:nvPr/>
        </p:nvSpPr>
        <p:spPr>
          <a:xfrm>
            <a:off x="2282025" y="1184511"/>
            <a:ext cx="7330853" cy="453457"/>
          </a:xfrm>
          <a:prstGeom prst="rect">
            <a:avLst/>
          </a:prstGeom>
          <a:noFill/>
        </p:spPr>
        <p:txBody>
          <a:bodyPr wrap="non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中间件主要使用了</a:t>
            </a:r>
            <a:r>
              <a:rPr lang="en-US" altLang="zh-CN" sz="2000" kern="0" dirty="0">
                <a:latin typeface="微软雅黑" panose="020B0503020204020204" pitchFamily="34" charset="-122"/>
                <a:ea typeface="微软雅黑" panose="020B0503020204020204" pitchFamily="34" charset="-122"/>
                <a:cs typeface="+mn-ea"/>
                <a:sym typeface="+mn-lt"/>
              </a:rPr>
              <a:t>MongoDB</a:t>
            </a:r>
            <a:r>
              <a:rPr lang="zh-CN" altLang="en-US" sz="2000" kern="0" dirty="0">
                <a:latin typeface="微软雅黑" panose="020B0503020204020204" pitchFamily="34" charset="-122"/>
                <a:ea typeface="微软雅黑" panose="020B0503020204020204" pitchFamily="34" charset="-122"/>
                <a:cs typeface="+mn-ea"/>
                <a:sym typeface="+mn-lt"/>
              </a:rPr>
              <a:t>做数据库及</a:t>
            </a:r>
            <a:r>
              <a:rPr lang="en-US" altLang="zh-CN" sz="2000" kern="0" dirty="0" err="1">
                <a:latin typeface="微软雅黑" panose="020B0503020204020204" pitchFamily="34" charset="-122"/>
                <a:ea typeface="微软雅黑" panose="020B0503020204020204" pitchFamily="34" charset="-122"/>
                <a:cs typeface="+mn-ea"/>
                <a:sym typeface="+mn-lt"/>
              </a:rPr>
              <a:t>MinIO</a:t>
            </a:r>
            <a:r>
              <a:rPr lang="zh-CN" altLang="en-US" sz="2000" kern="0" dirty="0">
                <a:latin typeface="微软雅黑" panose="020B0503020204020204" pitchFamily="34" charset="-122"/>
                <a:ea typeface="微软雅黑" panose="020B0503020204020204" pitchFamily="34" charset="-122"/>
                <a:cs typeface="+mn-ea"/>
                <a:sym typeface="+mn-lt"/>
              </a:rPr>
              <a:t>做文件存储服务</a:t>
            </a:r>
          </a:p>
        </p:txBody>
      </p:sp>
      <p:sp>
        <p:nvSpPr>
          <p:cNvPr id="7" name="文本框 6">
            <a:extLst>
              <a:ext uri="{FF2B5EF4-FFF2-40B4-BE49-F238E27FC236}">
                <a16:creationId xmlns:a16="http://schemas.microsoft.com/office/drawing/2014/main" id="{BAD2C5AC-0F8D-4CE1-AE9F-D55B1F4BCA44}"/>
              </a:ext>
            </a:extLst>
          </p:cNvPr>
          <p:cNvSpPr txBox="1"/>
          <p:nvPr/>
        </p:nvSpPr>
        <p:spPr>
          <a:xfrm>
            <a:off x="1957786" y="2126826"/>
            <a:ext cx="1316386" cy="417358"/>
          </a:xfrm>
          <a:prstGeom prst="rect">
            <a:avLst/>
          </a:prstGeom>
          <a:noFill/>
        </p:spPr>
        <p:txBody>
          <a:bodyPr wrap="none" rtlCol="0">
            <a:spAutoFit/>
          </a:bodyPr>
          <a:lstStyle/>
          <a:p>
            <a:pPr>
              <a:lnSpc>
                <a:spcPct val="130000"/>
              </a:lnSpc>
              <a:spcBef>
                <a:spcPts val="600"/>
              </a:spcBef>
            </a:pPr>
            <a:r>
              <a:rPr lang="en-US" altLang="zh-CN" kern="0" dirty="0">
                <a:latin typeface="微软雅黑" panose="020B0503020204020204" pitchFamily="34" charset="-122"/>
                <a:ea typeface="微软雅黑" panose="020B0503020204020204" pitchFamily="34" charset="-122"/>
                <a:cs typeface="+mn-ea"/>
                <a:sym typeface="+mn-lt"/>
              </a:rPr>
              <a:t>MongoDB</a:t>
            </a:r>
            <a:endParaRPr lang="zh-CN" altLang="en-US" kern="0" dirty="0">
              <a:latin typeface="微软雅黑" panose="020B0503020204020204" pitchFamily="34" charset="-122"/>
              <a:ea typeface="微软雅黑" panose="020B0503020204020204" pitchFamily="34" charset="-122"/>
              <a:cs typeface="+mn-ea"/>
              <a:sym typeface="+mn-lt"/>
            </a:endParaRPr>
          </a:p>
        </p:txBody>
      </p:sp>
      <p:sp>
        <p:nvSpPr>
          <p:cNvPr id="8" name="文本框 7">
            <a:extLst>
              <a:ext uri="{FF2B5EF4-FFF2-40B4-BE49-F238E27FC236}">
                <a16:creationId xmlns:a16="http://schemas.microsoft.com/office/drawing/2014/main" id="{581CFCD8-C711-42BB-BE48-8A2D29F40877}"/>
              </a:ext>
            </a:extLst>
          </p:cNvPr>
          <p:cNvSpPr txBox="1"/>
          <p:nvPr/>
        </p:nvSpPr>
        <p:spPr>
          <a:xfrm>
            <a:off x="771276" y="2724047"/>
            <a:ext cx="4126727" cy="791435"/>
          </a:xfrm>
          <a:prstGeom prst="rect">
            <a:avLst/>
          </a:prstGeom>
          <a:noFill/>
        </p:spPr>
        <p:txBody>
          <a:bodyPr wrap="square" rtlCol="0">
            <a:spAutoFit/>
          </a:bodyPr>
          <a:lstStyle/>
          <a:p>
            <a:pPr>
              <a:lnSpc>
                <a:spcPct val="130000"/>
              </a:lnSpc>
              <a:spcBef>
                <a:spcPts val="600"/>
              </a:spcBef>
            </a:pPr>
            <a:r>
              <a:rPr lang="zh-CN" altLang="en-US" sz="1200" kern="0" dirty="0">
                <a:latin typeface="微软雅黑" panose="020B0503020204020204" pitchFamily="34" charset="-122"/>
                <a:ea typeface="微软雅黑" panose="020B0503020204020204" pitchFamily="34" charset="-122"/>
                <a:cs typeface="+mn-ea"/>
                <a:sym typeface="+mn-lt"/>
              </a:rPr>
              <a:t>通过使用文档型</a:t>
            </a:r>
            <a:r>
              <a:rPr lang="en-US" altLang="zh-CN" sz="1200" kern="0" dirty="0">
                <a:latin typeface="微软雅黑" panose="020B0503020204020204" pitchFamily="34" charset="-122"/>
                <a:ea typeface="微软雅黑" panose="020B0503020204020204" pitchFamily="34" charset="-122"/>
                <a:cs typeface="+mn-ea"/>
                <a:sym typeface="+mn-lt"/>
              </a:rPr>
              <a:t>NoSQL</a:t>
            </a:r>
            <a:r>
              <a:rPr lang="zh-CN" altLang="en-US" sz="1200" kern="0" dirty="0">
                <a:latin typeface="微软雅黑" panose="020B0503020204020204" pitchFamily="34" charset="-122"/>
                <a:ea typeface="微软雅黑" panose="020B0503020204020204" pitchFamily="34" charset="-122"/>
                <a:cs typeface="+mn-ea"/>
                <a:sym typeface="+mn-lt"/>
              </a:rPr>
              <a:t>数据库</a:t>
            </a:r>
            <a:r>
              <a:rPr lang="en-US" altLang="zh-CN" sz="1200" kern="0" dirty="0">
                <a:latin typeface="微软雅黑" panose="020B0503020204020204" pitchFamily="34" charset="-122"/>
                <a:ea typeface="微软雅黑" panose="020B0503020204020204" pitchFamily="34" charset="-122"/>
                <a:cs typeface="+mn-ea"/>
                <a:sym typeface="+mn-lt"/>
              </a:rPr>
              <a:t>MongoDB</a:t>
            </a:r>
            <a:r>
              <a:rPr lang="zh-CN" altLang="en-US" sz="1200" kern="0" dirty="0">
                <a:latin typeface="微软雅黑" panose="020B0503020204020204" pitchFamily="34" charset="-122"/>
                <a:ea typeface="微软雅黑" panose="020B0503020204020204" pitchFamily="34" charset="-122"/>
                <a:cs typeface="+mn-ea"/>
                <a:sym typeface="+mn-lt"/>
              </a:rPr>
              <a:t>，方便</a:t>
            </a:r>
            <a:r>
              <a:rPr lang="en-US" altLang="zh-CN" sz="1200" kern="0" dirty="0">
                <a:latin typeface="微软雅黑" panose="020B0503020204020204" pitchFamily="34" charset="-122"/>
                <a:ea typeface="微软雅黑" panose="020B0503020204020204" pitchFamily="34" charset="-122"/>
                <a:cs typeface="+mn-ea"/>
                <a:sym typeface="+mn-lt"/>
              </a:rPr>
              <a:t>JavaScript</a:t>
            </a:r>
            <a:r>
              <a:rPr lang="zh-CN" altLang="en-US" sz="1200" kern="0" dirty="0">
                <a:latin typeface="微软雅黑" panose="020B0503020204020204" pitchFamily="34" charset="-122"/>
                <a:ea typeface="微软雅黑" panose="020B0503020204020204" pitchFamily="34" charset="-122"/>
                <a:cs typeface="+mn-ea"/>
                <a:sym typeface="+mn-lt"/>
              </a:rPr>
              <a:t>语言操作。操作</a:t>
            </a:r>
            <a:r>
              <a:rPr lang="en-US" altLang="zh-CN" sz="1200" kern="0" dirty="0" err="1">
                <a:latin typeface="微软雅黑" panose="020B0503020204020204" pitchFamily="34" charset="-122"/>
                <a:ea typeface="微软雅黑" panose="020B0503020204020204" pitchFamily="34" charset="-122"/>
                <a:cs typeface="+mn-ea"/>
                <a:sym typeface="+mn-lt"/>
              </a:rPr>
              <a:t>MonogDB</a:t>
            </a:r>
            <a:r>
              <a:rPr lang="zh-CN" altLang="en-US" sz="1200" kern="0" dirty="0">
                <a:latin typeface="微软雅黑" panose="020B0503020204020204" pitchFamily="34" charset="-122"/>
                <a:ea typeface="微软雅黑" panose="020B0503020204020204" pitchFamily="34" charset="-122"/>
                <a:cs typeface="+mn-ea"/>
                <a:sym typeface="+mn-lt"/>
              </a:rPr>
              <a:t>使用了</a:t>
            </a:r>
            <a:r>
              <a:rPr lang="en-US" altLang="zh-CN" sz="1200" kern="0" dirty="0">
                <a:latin typeface="微软雅黑" panose="020B0503020204020204" pitchFamily="34" charset="-122"/>
                <a:ea typeface="微软雅黑" panose="020B0503020204020204" pitchFamily="34" charset="-122"/>
                <a:cs typeface="+mn-ea"/>
                <a:sym typeface="+mn-lt"/>
              </a:rPr>
              <a:t>mongoose</a:t>
            </a:r>
            <a:r>
              <a:rPr lang="zh-CN" altLang="en-US" sz="1200" kern="0" dirty="0">
                <a:latin typeface="微软雅黑" panose="020B0503020204020204" pitchFamily="34" charset="-122"/>
                <a:ea typeface="微软雅黑" panose="020B0503020204020204" pitchFamily="34" charset="-122"/>
                <a:cs typeface="+mn-ea"/>
                <a:sym typeface="+mn-lt"/>
              </a:rPr>
              <a:t>库来创建数据模型，编写业务层所需的接口。</a:t>
            </a:r>
            <a:endParaRPr lang="en-US" altLang="zh-CN" sz="1200" b="0" dirty="0">
              <a:solidFill>
                <a:srgbClr val="D4D4D4"/>
              </a:solidFill>
              <a:effectLst/>
              <a:latin typeface="Consolas" panose="020B0609020204030204" pitchFamily="49" charset="0"/>
            </a:endParaRPr>
          </a:p>
        </p:txBody>
      </p:sp>
      <p:sp>
        <p:nvSpPr>
          <p:cNvPr id="9" name="文本框 8">
            <a:extLst>
              <a:ext uri="{FF2B5EF4-FFF2-40B4-BE49-F238E27FC236}">
                <a16:creationId xmlns:a16="http://schemas.microsoft.com/office/drawing/2014/main" id="{5FD8F667-9CA0-4DC0-BA92-42165DF52A0E}"/>
              </a:ext>
            </a:extLst>
          </p:cNvPr>
          <p:cNvSpPr txBox="1"/>
          <p:nvPr/>
        </p:nvSpPr>
        <p:spPr>
          <a:xfrm>
            <a:off x="7158920" y="2110457"/>
            <a:ext cx="869149" cy="417358"/>
          </a:xfrm>
          <a:prstGeom prst="rect">
            <a:avLst/>
          </a:prstGeom>
          <a:noFill/>
        </p:spPr>
        <p:txBody>
          <a:bodyPr wrap="none" rtlCol="0">
            <a:spAutoFit/>
          </a:bodyPr>
          <a:lstStyle/>
          <a:p>
            <a:pPr>
              <a:lnSpc>
                <a:spcPct val="130000"/>
              </a:lnSpc>
              <a:spcBef>
                <a:spcPts val="600"/>
              </a:spcBef>
            </a:pPr>
            <a:r>
              <a:rPr lang="en-US" altLang="zh-CN" kern="0" dirty="0" err="1">
                <a:latin typeface="微软雅黑" panose="020B0503020204020204" pitchFamily="34" charset="-122"/>
                <a:ea typeface="微软雅黑" panose="020B0503020204020204" pitchFamily="34" charset="-122"/>
                <a:cs typeface="+mn-ea"/>
                <a:sym typeface="+mn-lt"/>
              </a:rPr>
              <a:t>MinIO</a:t>
            </a:r>
            <a:endParaRPr lang="zh-CN" altLang="en-US" kern="0" dirty="0">
              <a:latin typeface="微软雅黑" panose="020B0503020204020204" pitchFamily="34" charset="-122"/>
              <a:ea typeface="微软雅黑" panose="020B0503020204020204" pitchFamily="34" charset="-122"/>
              <a:cs typeface="+mn-ea"/>
              <a:sym typeface="+mn-lt"/>
            </a:endParaRPr>
          </a:p>
        </p:txBody>
      </p:sp>
      <p:sp>
        <p:nvSpPr>
          <p:cNvPr id="10" name="文本框 9">
            <a:extLst>
              <a:ext uri="{FF2B5EF4-FFF2-40B4-BE49-F238E27FC236}">
                <a16:creationId xmlns:a16="http://schemas.microsoft.com/office/drawing/2014/main" id="{F745D667-B456-4C7F-800B-D0F36DD8570D}"/>
              </a:ext>
            </a:extLst>
          </p:cNvPr>
          <p:cNvSpPr txBox="1"/>
          <p:nvPr/>
        </p:nvSpPr>
        <p:spPr>
          <a:xfrm>
            <a:off x="5828306" y="2696943"/>
            <a:ext cx="4126726" cy="789127"/>
          </a:xfrm>
          <a:prstGeom prst="rect">
            <a:avLst/>
          </a:prstGeom>
          <a:noFill/>
        </p:spPr>
        <p:txBody>
          <a:bodyPr wrap="square" rtlCol="0">
            <a:spAutoFit/>
          </a:bodyPr>
          <a:lstStyle/>
          <a:p>
            <a:pPr>
              <a:lnSpc>
                <a:spcPct val="130000"/>
              </a:lnSpc>
              <a:spcBef>
                <a:spcPts val="600"/>
              </a:spcBef>
            </a:pPr>
            <a:r>
              <a:rPr lang="en-US" altLang="zh-CN" sz="1200" kern="0" dirty="0" err="1">
                <a:latin typeface="微软雅黑" panose="020B0503020204020204" pitchFamily="34" charset="-122"/>
                <a:ea typeface="微软雅黑" panose="020B0503020204020204" pitchFamily="34" charset="-122"/>
                <a:cs typeface="+mn-ea"/>
                <a:sym typeface="+mn-lt"/>
              </a:rPr>
              <a:t>MinIO</a:t>
            </a:r>
            <a:r>
              <a:rPr lang="zh-CN" altLang="en-US" sz="1200" kern="0" dirty="0">
                <a:latin typeface="微软雅黑" panose="020B0503020204020204" pitchFamily="34" charset="-122"/>
                <a:ea typeface="微软雅黑" panose="020B0503020204020204" pitchFamily="34" charset="-122"/>
                <a:cs typeface="+mn-ea"/>
                <a:sym typeface="+mn-lt"/>
              </a:rPr>
              <a:t>是一个对</a:t>
            </a:r>
            <a:r>
              <a:rPr lang="en-US" altLang="zh-CN" sz="1200" kern="0" dirty="0">
                <a:latin typeface="微软雅黑" panose="020B0503020204020204" pitchFamily="34" charset="-122"/>
                <a:ea typeface="微软雅黑" panose="020B0503020204020204" pitchFamily="34" charset="-122"/>
                <a:cs typeface="+mn-ea"/>
                <a:sym typeface="+mn-lt"/>
              </a:rPr>
              <a:t>k8s</a:t>
            </a:r>
            <a:r>
              <a:rPr lang="zh-CN" altLang="en-US" sz="1200" kern="0" dirty="0">
                <a:latin typeface="微软雅黑" panose="020B0503020204020204" pitchFamily="34" charset="-122"/>
                <a:ea typeface="微软雅黑" panose="020B0503020204020204" pitchFamily="34" charset="-122"/>
                <a:cs typeface="+mn-ea"/>
                <a:sym typeface="+mn-lt"/>
              </a:rPr>
              <a:t>友好的文件存储系统，通过使用</a:t>
            </a:r>
            <a:r>
              <a:rPr lang="en-US" altLang="zh-CN" sz="1200" kern="0" dirty="0" err="1">
                <a:latin typeface="微软雅黑" panose="020B0503020204020204" pitchFamily="34" charset="-122"/>
                <a:ea typeface="微软雅黑" panose="020B0503020204020204" pitchFamily="34" charset="-122"/>
                <a:cs typeface="+mn-ea"/>
                <a:sym typeface="+mn-lt"/>
              </a:rPr>
              <a:t>MinIO</a:t>
            </a:r>
            <a:r>
              <a:rPr lang="zh-CN" altLang="en-US" sz="1200" kern="0" dirty="0">
                <a:latin typeface="微软雅黑" panose="020B0503020204020204" pitchFamily="34" charset="-122"/>
                <a:ea typeface="微软雅黑" panose="020B0503020204020204" pitchFamily="34" charset="-122"/>
                <a:cs typeface="+mn-ea"/>
                <a:sym typeface="+mn-lt"/>
              </a:rPr>
              <a:t>来保存管理网站中的图片文档等文件数据，可以避免我们直接与磁盘交互，简化我们的操作。</a:t>
            </a:r>
          </a:p>
        </p:txBody>
      </p:sp>
      <p:sp>
        <p:nvSpPr>
          <p:cNvPr id="11" name="文本框 10">
            <a:extLst>
              <a:ext uri="{FF2B5EF4-FFF2-40B4-BE49-F238E27FC236}">
                <a16:creationId xmlns:a16="http://schemas.microsoft.com/office/drawing/2014/main" id="{027DC8EE-B982-493C-B5D7-1C3F1FD4B49D}"/>
              </a:ext>
            </a:extLst>
          </p:cNvPr>
          <p:cNvSpPr txBox="1"/>
          <p:nvPr/>
        </p:nvSpPr>
        <p:spPr>
          <a:xfrm>
            <a:off x="771276" y="3820822"/>
            <a:ext cx="9183756" cy="549061"/>
          </a:xfrm>
          <a:prstGeom prst="rect">
            <a:avLst/>
          </a:prstGeom>
          <a:noFill/>
        </p:spPr>
        <p:txBody>
          <a:bodyPr wrap="square" rtlCol="0">
            <a:spAutoFit/>
          </a:bodyPr>
          <a:lstStyle/>
          <a:p>
            <a:pPr>
              <a:lnSpc>
                <a:spcPct val="130000"/>
              </a:lnSpc>
              <a:spcBef>
                <a:spcPts val="600"/>
              </a:spcBef>
            </a:pPr>
            <a:r>
              <a:rPr lang="en-US" altLang="zh-CN" sz="1200" i="1" kern="0" dirty="0">
                <a:latin typeface="微软雅黑" panose="020B0503020204020204" pitchFamily="34" charset="-122"/>
                <a:ea typeface="微软雅黑" panose="020B0503020204020204" pitchFamily="34" charset="-122"/>
                <a:cs typeface="+mn-ea"/>
                <a:sym typeface="+mn-lt"/>
              </a:rPr>
              <a:t>MongoDB</a:t>
            </a:r>
            <a:r>
              <a:rPr lang="zh-CN" altLang="en-US" sz="1200" i="1" kern="0" dirty="0">
                <a:latin typeface="微软雅黑" panose="020B0503020204020204" pitchFamily="34" charset="-122"/>
                <a:ea typeface="微软雅黑" panose="020B0503020204020204" pitchFamily="34" charset="-122"/>
                <a:cs typeface="+mn-ea"/>
                <a:sym typeface="+mn-lt"/>
              </a:rPr>
              <a:t>，</a:t>
            </a:r>
            <a:r>
              <a:rPr lang="en-US" altLang="zh-CN" sz="1200" i="1" kern="0" dirty="0" err="1">
                <a:latin typeface="微软雅黑" panose="020B0503020204020204" pitchFamily="34" charset="-122"/>
                <a:ea typeface="微软雅黑" panose="020B0503020204020204" pitchFamily="34" charset="-122"/>
                <a:cs typeface="+mn-ea"/>
                <a:sym typeface="+mn-lt"/>
              </a:rPr>
              <a:t>MinIO</a:t>
            </a:r>
            <a:r>
              <a:rPr lang="zh-CN" altLang="en-US" sz="1200" i="1" kern="0" dirty="0">
                <a:latin typeface="微软雅黑" panose="020B0503020204020204" pitchFamily="34" charset="-122"/>
                <a:ea typeface="微软雅黑" panose="020B0503020204020204" pitchFamily="34" charset="-122"/>
                <a:cs typeface="+mn-ea"/>
                <a:sym typeface="+mn-lt"/>
              </a:rPr>
              <a:t>等中间件全部使用</a:t>
            </a:r>
            <a:r>
              <a:rPr lang="en-US" altLang="zh-CN" sz="1200" i="1" kern="0" dirty="0">
                <a:latin typeface="微软雅黑" panose="020B0503020204020204" pitchFamily="34" charset="-122"/>
                <a:ea typeface="微软雅黑" panose="020B0503020204020204" pitchFamily="34" charset="-122"/>
                <a:cs typeface="+mn-ea"/>
                <a:sym typeface="+mn-lt"/>
              </a:rPr>
              <a:t>Docker</a:t>
            </a:r>
            <a:r>
              <a:rPr lang="zh-CN" altLang="en-US" sz="1200" i="1" kern="0" dirty="0">
                <a:latin typeface="微软雅黑" panose="020B0503020204020204" pitchFamily="34" charset="-122"/>
                <a:ea typeface="微软雅黑" panose="020B0503020204020204" pitchFamily="34" charset="-122"/>
                <a:cs typeface="+mn-ea"/>
                <a:sym typeface="+mn-lt"/>
              </a:rPr>
              <a:t>提供服务，通过使用</a:t>
            </a:r>
            <a:r>
              <a:rPr lang="en-US" altLang="zh-CN" sz="1200" i="1" kern="0" dirty="0">
                <a:latin typeface="微软雅黑" panose="020B0503020204020204" pitchFamily="34" charset="-122"/>
                <a:ea typeface="微软雅黑" panose="020B0503020204020204" pitchFamily="34" charset="-122"/>
                <a:cs typeface="+mn-ea"/>
                <a:sym typeface="+mn-lt"/>
              </a:rPr>
              <a:t>Docker</a:t>
            </a:r>
            <a:r>
              <a:rPr lang="zh-CN" altLang="en-US" sz="1200" i="1" kern="0" dirty="0">
                <a:latin typeface="微软雅黑" panose="020B0503020204020204" pitchFamily="34" charset="-122"/>
                <a:ea typeface="微软雅黑" panose="020B0503020204020204" pitchFamily="34" charset="-122"/>
                <a:cs typeface="+mn-ea"/>
                <a:sym typeface="+mn-lt"/>
              </a:rPr>
              <a:t>虚拟机启动中间件容器，可以帮助我们屏蔽不同操作系统之间的差异，同时也避免了我们在一个操作系统上启动配置过多的中间件。</a:t>
            </a:r>
          </a:p>
        </p:txBody>
      </p:sp>
      <p:pic>
        <p:nvPicPr>
          <p:cNvPr id="13" name="图片 12">
            <a:extLst>
              <a:ext uri="{FF2B5EF4-FFF2-40B4-BE49-F238E27FC236}">
                <a16:creationId xmlns:a16="http://schemas.microsoft.com/office/drawing/2014/main" id="{1609E4BC-C764-4C01-9F09-A5A4CA78F59A}"/>
              </a:ext>
            </a:extLst>
          </p:cNvPr>
          <p:cNvPicPr>
            <a:picLocks noChangeAspect="1"/>
          </p:cNvPicPr>
          <p:nvPr/>
        </p:nvPicPr>
        <p:blipFill>
          <a:blip r:embed="rId2"/>
          <a:stretch>
            <a:fillRect/>
          </a:stretch>
        </p:blipFill>
        <p:spPr>
          <a:xfrm>
            <a:off x="469126" y="4601561"/>
            <a:ext cx="10051541" cy="1496805"/>
          </a:xfrm>
          <a:prstGeom prst="rect">
            <a:avLst/>
          </a:prstGeom>
        </p:spPr>
      </p:pic>
    </p:spTree>
    <p:extLst>
      <p:ext uri="{BB962C8B-B14F-4D97-AF65-F5344CB8AC3E}">
        <p14:creationId xmlns:p14="http://schemas.microsoft.com/office/powerpoint/2010/main" val="3946920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42925CC-5CE2-47BC-A04A-9A45BE99E470}"/>
              </a:ext>
            </a:extLst>
          </p:cNvPr>
          <p:cNvSpPr txBox="1"/>
          <p:nvPr/>
        </p:nvSpPr>
        <p:spPr>
          <a:xfrm>
            <a:off x="5137265" y="66501"/>
            <a:ext cx="1415772" cy="959045"/>
          </a:xfrm>
          <a:prstGeom prst="rect">
            <a:avLst/>
          </a:prstGeom>
          <a:noFill/>
        </p:spPr>
        <p:txBody>
          <a:bodyPr wrap="none" rtlCol="0">
            <a:spAutoFit/>
          </a:bodyPr>
          <a:lstStyle/>
          <a:p>
            <a:pPr>
              <a:lnSpc>
                <a:spcPct val="130000"/>
              </a:lnSpc>
              <a:spcBef>
                <a:spcPts val="600"/>
              </a:spcBef>
            </a:pPr>
            <a:r>
              <a:rPr lang="zh-CN" altLang="en-US" sz="4800" kern="0" dirty="0">
                <a:latin typeface="微软雅黑" panose="020B0503020204020204" pitchFamily="34" charset="-122"/>
                <a:ea typeface="微软雅黑" panose="020B0503020204020204" pitchFamily="34" charset="-122"/>
                <a:cs typeface="+mn-ea"/>
                <a:sym typeface="+mn-lt"/>
              </a:rPr>
              <a:t>总结</a:t>
            </a:r>
          </a:p>
        </p:txBody>
      </p:sp>
      <p:sp>
        <p:nvSpPr>
          <p:cNvPr id="6" name="文本框 5">
            <a:extLst>
              <a:ext uri="{FF2B5EF4-FFF2-40B4-BE49-F238E27FC236}">
                <a16:creationId xmlns:a16="http://schemas.microsoft.com/office/drawing/2014/main" id="{1FB5680A-A59D-4E71-A1FB-DC8E5C302E2C}"/>
              </a:ext>
            </a:extLst>
          </p:cNvPr>
          <p:cNvSpPr txBox="1"/>
          <p:nvPr/>
        </p:nvSpPr>
        <p:spPr>
          <a:xfrm>
            <a:off x="1564690" y="1474123"/>
            <a:ext cx="954107" cy="453457"/>
          </a:xfrm>
          <a:prstGeom prst="rect">
            <a:avLst/>
          </a:prstGeom>
          <a:noFill/>
        </p:spPr>
        <p:txBody>
          <a:bodyPr wrap="non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未完成</a:t>
            </a:r>
          </a:p>
        </p:txBody>
      </p:sp>
      <p:sp>
        <p:nvSpPr>
          <p:cNvPr id="7" name="文本框 6">
            <a:extLst>
              <a:ext uri="{FF2B5EF4-FFF2-40B4-BE49-F238E27FC236}">
                <a16:creationId xmlns:a16="http://schemas.microsoft.com/office/drawing/2014/main" id="{F6D26F8B-ABAB-4CC8-BFD5-9BAB477D4D2E}"/>
              </a:ext>
            </a:extLst>
          </p:cNvPr>
          <p:cNvSpPr txBox="1"/>
          <p:nvPr/>
        </p:nvSpPr>
        <p:spPr>
          <a:xfrm>
            <a:off x="5521985" y="1474124"/>
            <a:ext cx="954107" cy="453457"/>
          </a:xfrm>
          <a:prstGeom prst="rect">
            <a:avLst/>
          </a:prstGeom>
          <a:noFill/>
        </p:spPr>
        <p:txBody>
          <a:bodyPr wrap="non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已完成</a:t>
            </a:r>
          </a:p>
        </p:txBody>
      </p:sp>
      <p:sp>
        <p:nvSpPr>
          <p:cNvPr id="8" name="文本框 7">
            <a:extLst>
              <a:ext uri="{FF2B5EF4-FFF2-40B4-BE49-F238E27FC236}">
                <a16:creationId xmlns:a16="http://schemas.microsoft.com/office/drawing/2014/main" id="{761B4B6B-1EC3-4C12-B109-C987345BEED3}"/>
              </a:ext>
            </a:extLst>
          </p:cNvPr>
          <p:cNvSpPr txBox="1"/>
          <p:nvPr/>
        </p:nvSpPr>
        <p:spPr>
          <a:xfrm>
            <a:off x="9479280" y="1474124"/>
            <a:ext cx="697627" cy="453457"/>
          </a:xfrm>
          <a:prstGeom prst="rect">
            <a:avLst/>
          </a:prstGeom>
          <a:noFill/>
        </p:spPr>
        <p:txBody>
          <a:bodyPr wrap="non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计划</a:t>
            </a:r>
          </a:p>
        </p:txBody>
      </p:sp>
      <p:sp>
        <p:nvSpPr>
          <p:cNvPr id="9" name="文本框 8">
            <a:extLst>
              <a:ext uri="{FF2B5EF4-FFF2-40B4-BE49-F238E27FC236}">
                <a16:creationId xmlns:a16="http://schemas.microsoft.com/office/drawing/2014/main" id="{2604EB17-8D11-49A4-9E28-442E1A5C490F}"/>
              </a:ext>
            </a:extLst>
          </p:cNvPr>
          <p:cNvSpPr txBox="1"/>
          <p:nvPr/>
        </p:nvSpPr>
        <p:spPr>
          <a:xfrm>
            <a:off x="1564690" y="2297756"/>
            <a:ext cx="2867891" cy="1894045"/>
          </a:xfrm>
          <a:prstGeom prst="rect">
            <a:avLst/>
          </a:prstGeom>
          <a:noFill/>
        </p:spPr>
        <p:txBody>
          <a:bodyPr wrap="square" rtlCol="0">
            <a:spAutoFit/>
          </a:bodyPr>
          <a:lstStyle/>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商品模块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购物车模块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订单模块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用户模块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网站管理模块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优惠券模块</a:t>
            </a:r>
          </a:p>
        </p:txBody>
      </p:sp>
      <p:sp>
        <p:nvSpPr>
          <p:cNvPr id="10" name="文本框 9">
            <a:extLst>
              <a:ext uri="{FF2B5EF4-FFF2-40B4-BE49-F238E27FC236}">
                <a16:creationId xmlns:a16="http://schemas.microsoft.com/office/drawing/2014/main" id="{40F99866-B68D-4712-A18D-BABA4A78A422}"/>
              </a:ext>
            </a:extLst>
          </p:cNvPr>
          <p:cNvSpPr txBox="1"/>
          <p:nvPr/>
        </p:nvSpPr>
        <p:spPr>
          <a:xfrm>
            <a:off x="5268883" y="2297756"/>
            <a:ext cx="1654233" cy="2057166"/>
          </a:xfrm>
          <a:prstGeom prst="rect">
            <a:avLst/>
          </a:prstGeom>
          <a:noFill/>
        </p:spPr>
        <p:txBody>
          <a:bodyPr wrap="square" rtlCol="0">
            <a:spAutoFit/>
          </a:bodyPr>
          <a:lstStyle/>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资源管理模块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用户鉴权模块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服务注册中心</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zh-CN" altLang="en-US" sz="1200" kern="0" dirty="0">
                <a:latin typeface="微软雅黑" panose="020B0503020204020204" pitchFamily="34" charset="-122"/>
                <a:ea typeface="微软雅黑" panose="020B0503020204020204" pitchFamily="34" charset="-122"/>
                <a:cs typeface="+mn-ea"/>
                <a:sym typeface="+mn-lt"/>
              </a:rPr>
              <a:t>服务间调用模块</a:t>
            </a:r>
            <a:endParaRPr lang="en-US" altLang="zh-CN" sz="1200" kern="0" dirty="0">
              <a:latin typeface="微软雅黑" panose="020B0503020204020204" pitchFamily="34" charset="-122"/>
              <a:ea typeface="微软雅黑" panose="020B0503020204020204" pitchFamily="34" charset="-122"/>
              <a:cs typeface="+mn-ea"/>
              <a:sym typeface="+mn-lt"/>
            </a:endParaRPr>
          </a:p>
          <a:p>
            <a:pPr marL="228600" indent="-228600">
              <a:lnSpc>
                <a:spcPct val="130000"/>
              </a:lnSpc>
              <a:spcBef>
                <a:spcPts val="600"/>
              </a:spcBef>
              <a:buAutoNum type="arabicPeriod"/>
            </a:pPr>
            <a:r>
              <a:rPr lang="en-US" altLang="zh-CN" sz="1200" kern="0" dirty="0">
                <a:latin typeface="微软雅黑" panose="020B0503020204020204" pitchFamily="34" charset="-122"/>
                <a:ea typeface="微软雅黑" panose="020B0503020204020204" pitchFamily="34" charset="-122"/>
                <a:cs typeface="+mn-ea"/>
                <a:sym typeface="+mn-lt"/>
              </a:rPr>
              <a:t>MongoDB</a:t>
            </a:r>
            <a:r>
              <a:rPr lang="zh-CN" altLang="en-US" sz="1200" kern="0" dirty="0">
                <a:latin typeface="微软雅黑" panose="020B0503020204020204" pitchFamily="34" charset="-122"/>
                <a:ea typeface="微软雅黑" panose="020B0503020204020204" pitchFamily="34" charset="-122"/>
                <a:cs typeface="+mn-ea"/>
                <a:sym typeface="+mn-lt"/>
              </a:rPr>
              <a:t>与</a:t>
            </a:r>
            <a:r>
              <a:rPr lang="en-US" altLang="zh-CN" sz="1200" kern="0" dirty="0" err="1">
                <a:latin typeface="微软雅黑" panose="020B0503020204020204" pitchFamily="34" charset="-122"/>
                <a:ea typeface="微软雅黑" panose="020B0503020204020204" pitchFamily="34" charset="-122"/>
                <a:cs typeface="+mn-ea"/>
                <a:sym typeface="+mn-lt"/>
              </a:rPr>
              <a:t>MinIO</a:t>
            </a:r>
            <a:r>
              <a:rPr lang="zh-CN" altLang="en-US" sz="1200" kern="0" dirty="0">
                <a:latin typeface="微软雅黑" panose="020B0503020204020204" pitchFamily="34" charset="-122"/>
                <a:ea typeface="微软雅黑" panose="020B0503020204020204" pitchFamily="34" charset="-122"/>
                <a:cs typeface="+mn-ea"/>
                <a:sym typeface="+mn-lt"/>
              </a:rPr>
              <a:t>等中间件的调试与使用</a:t>
            </a:r>
          </a:p>
        </p:txBody>
      </p:sp>
      <p:sp>
        <p:nvSpPr>
          <p:cNvPr id="11" name="文本框 10">
            <a:extLst>
              <a:ext uri="{FF2B5EF4-FFF2-40B4-BE49-F238E27FC236}">
                <a16:creationId xmlns:a16="http://schemas.microsoft.com/office/drawing/2014/main" id="{01631F80-037C-4F00-9904-B4DB5FE03709}"/>
              </a:ext>
            </a:extLst>
          </p:cNvPr>
          <p:cNvSpPr txBox="1"/>
          <p:nvPr/>
        </p:nvSpPr>
        <p:spPr>
          <a:xfrm>
            <a:off x="8902930" y="2297756"/>
            <a:ext cx="1724379" cy="1029193"/>
          </a:xfrm>
          <a:prstGeom prst="rect">
            <a:avLst/>
          </a:prstGeom>
          <a:noFill/>
        </p:spPr>
        <p:txBody>
          <a:bodyPr wrap="square" rtlCol="0">
            <a:spAutoFit/>
          </a:bodyPr>
          <a:lstStyle/>
          <a:p>
            <a:pPr>
              <a:lnSpc>
                <a:spcPct val="130000"/>
              </a:lnSpc>
              <a:spcBef>
                <a:spcPts val="600"/>
              </a:spcBef>
            </a:pPr>
            <a:r>
              <a:rPr lang="zh-CN" altLang="en-US" sz="1200" kern="0" dirty="0">
                <a:latin typeface="微软雅黑" panose="020B0503020204020204" pitchFamily="34" charset="-122"/>
                <a:ea typeface="微软雅黑" panose="020B0503020204020204" pitchFamily="34" charset="-122"/>
                <a:cs typeface="+mn-ea"/>
                <a:sym typeface="+mn-lt"/>
              </a:rPr>
              <a:t>五一公司放五天假，计划每天完成一个模块，争取五一结束后完成毕业设计，开始写论文</a:t>
            </a:r>
          </a:p>
        </p:txBody>
      </p:sp>
      <p:sp>
        <p:nvSpPr>
          <p:cNvPr id="12" name="文本框 11">
            <a:extLst>
              <a:ext uri="{FF2B5EF4-FFF2-40B4-BE49-F238E27FC236}">
                <a16:creationId xmlns:a16="http://schemas.microsoft.com/office/drawing/2014/main" id="{69E054D5-AC4D-47DE-8616-C2BCCB71A433}"/>
              </a:ext>
            </a:extLst>
          </p:cNvPr>
          <p:cNvSpPr txBox="1"/>
          <p:nvPr/>
        </p:nvSpPr>
        <p:spPr>
          <a:xfrm>
            <a:off x="1978429" y="5037513"/>
            <a:ext cx="8198478" cy="701346"/>
          </a:xfrm>
          <a:prstGeom prst="rect">
            <a:avLst/>
          </a:prstGeom>
          <a:noFill/>
        </p:spPr>
        <p:txBody>
          <a:bodyPr wrap="square" rtlCol="0">
            <a:spAutoFit/>
          </a:bodyPr>
          <a:lstStyle/>
          <a:p>
            <a:pPr>
              <a:lnSpc>
                <a:spcPct val="130000"/>
              </a:lnSpc>
              <a:spcBef>
                <a:spcPts val="600"/>
              </a:spcBef>
            </a:pPr>
            <a:r>
              <a:rPr lang="zh-CN" altLang="en-US" sz="1600" i="1" kern="0" dirty="0">
                <a:latin typeface="微软雅黑" panose="020B0503020204020204" pitchFamily="34" charset="-122"/>
                <a:ea typeface="微软雅黑" panose="020B0503020204020204" pitchFamily="34" charset="-122"/>
                <a:cs typeface="+mn-ea"/>
                <a:sym typeface="+mn-lt"/>
              </a:rPr>
              <a:t>总结：项目所用的技术都基本调试完成，只剩下业务模块的编写及前端页面的开发，也就是说最麻烦的部分已经基本解决，剩下的就是一些根据需求来编写的增删改查业务了。</a:t>
            </a:r>
          </a:p>
        </p:txBody>
      </p:sp>
    </p:spTree>
    <p:extLst>
      <p:ext uri="{BB962C8B-B14F-4D97-AF65-F5344CB8AC3E}">
        <p14:creationId xmlns:p14="http://schemas.microsoft.com/office/powerpoint/2010/main" val="2571842583"/>
      </p:ext>
    </p:extLst>
  </p:cSld>
  <p:clrMapOvr>
    <a:masterClrMapping/>
  </p:clrMapOvr>
</p:sld>
</file>

<file path=ppt/theme/theme1.xml><?xml version="1.0" encoding="utf-8"?>
<a:theme xmlns:a="http://schemas.openxmlformats.org/drawingml/2006/main" name="模板页面">
  <a:themeElements>
    <a:clrScheme name="自定义 90">
      <a:dk1>
        <a:srgbClr val="000000"/>
      </a:dk1>
      <a:lt1>
        <a:srgbClr val="FFFFFF"/>
      </a:lt1>
      <a:dk2>
        <a:srgbClr val="000000"/>
      </a:dk2>
      <a:lt2>
        <a:srgbClr val="FFFDFD"/>
      </a:lt2>
      <a:accent1>
        <a:srgbClr val="5B32AB"/>
      </a:accent1>
      <a:accent2>
        <a:srgbClr val="D0E9CE"/>
      </a:accent2>
      <a:accent3>
        <a:srgbClr val="D2D2D2"/>
      </a:accent3>
      <a:accent4>
        <a:srgbClr val="F8F8F8"/>
      </a:accent4>
      <a:accent5>
        <a:srgbClr val="E4DBCD"/>
      </a:accent5>
      <a:accent6>
        <a:srgbClr val="515151"/>
      </a:accent6>
      <a:hlink>
        <a:srgbClr val="0563C1"/>
      </a:hlink>
      <a:folHlink>
        <a:srgbClr val="954F72"/>
      </a:folHlink>
    </a:clrScheme>
    <a:fontScheme name="自定义 49">
      <a:majorFont>
        <a:latin typeface="Century Gothic"/>
        <a:ea typeface="微软雅黑"/>
        <a:cs typeface=""/>
      </a:majorFont>
      <a:minorFont>
        <a:latin typeface="Century Gothic"/>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30000"/>
          </a:lnSpc>
          <a:defRPr sz="1200" dirty="0">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nSpc>
            <a:spcPct val="130000"/>
          </a:lnSpc>
          <a:spcBef>
            <a:spcPts val="600"/>
          </a:spcBef>
          <a:defRPr sz="1200" kern="0" dirty="0">
            <a:latin typeface="微软雅黑" panose="020B0503020204020204" pitchFamily="34" charset="-122"/>
            <a:ea typeface="微软雅黑" panose="020B0503020204020204" pitchFamily="34" charset="-122"/>
            <a:cs typeface="+mn-ea"/>
            <a:sym typeface="+mn-l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总结报告-通透色条-通用绿紫-PPT模板</Template>
  <TotalTime>122</TotalTime>
  <Words>611</Words>
  <Application>Microsoft Office PowerPoint</Application>
  <PresentationFormat>宽屏</PresentationFormat>
  <Paragraphs>61</Paragraphs>
  <Slides>7</Slides>
  <Notes>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7</vt:i4>
      </vt:variant>
    </vt:vector>
  </HeadingPairs>
  <TitlesOfParts>
    <vt:vector size="17" baseType="lpstr">
      <vt:lpstr>微软雅黑</vt:lpstr>
      <vt:lpstr>微软雅黑</vt:lpstr>
      <vt:lpstr>Arial</vt:lpstr>
      <vt:lpstr>Calibri</vt:lpstr>
      <vt:lpstr>Century Gothic</vt:lpstr>
      <vt:lpstr>Consolas</vt:lpstr>
      <vt:lpstr>Segoe UI Light</vt:lpstr>
      <vt:lpstr>Wingdings</vt:lpstr>
      <vt:lpstr>模板页面</vt:lpstr>
      <vt:lpstr>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00000</dc:creator>
  <cp:keywords/>
  <dc:description/>
  <cp:lastModifiedBy>00000</cp:lastModifiedBy>
  <cp:revision>13</cp:revision>
  <dcterms:created xsi:type="dcterms:W3CDTF">2021-04-22T11:56:10Z</dcterms:created>
  <dcterms:modified xsi:type="dcterms:W3CDTF">2021-04-22T14:03:31Z</dcterms:modified>
  <cp:category/>
</cp:coreProperties>
</file>